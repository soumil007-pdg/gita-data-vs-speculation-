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1143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153458"/>
            <a:ext cx="8229600" cy="251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2667000"/>
            <a:ext cx="8229600" cy="876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10289116"/>
            <a:ext cx="2133600" cy="6096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yogajala.com/positive-thinking-bhagavad-gita-quotes/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logs.icrc.org/religion-humanitarianprinciples/bhagavad-gita-ethics-war/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rimadgita.com/blog/verse-1133-time-destroyer-deep-dive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holy-bhagavad-gita.org/chapter/1/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tg.krishna.com/the-essence-of-the-essence/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gita-society.com/Read-bhagavad-gita.html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3931919" y="1293533"/>
            <a:ext cx="1280162" cy="1276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700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ॐ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77240" y="342518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400" sz="13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 DATA STORY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77240" y="3840479"/>
            <a:ext cx="7589520" cy="1840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ts val="4600"/>
              </a:lnSpc>
              <a:defRPr sz="40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What Does </a:t>
            </a:r>
            <a:r>
              <a:rPr>
                <a:solidFill>
                  <a:srgbClr val="F5A83D"/>
                </a:solidFill>
              </a:rPr>
              <a:t>Data</a:t>
            </a:r>
            <a:r>
              <a:t> Actually</a:t>
            </a:r>
          </a:p>
          <a:p>
            <a:pPr algn="ctr">
              <a:lnSpc>
                <a:spcPts val="4600"/>
              </a:lnSpc>
              <a:defRPr sz="40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Say About the </a:t>
            </a:r>
          </a:p>
          <a:p>
            <a:pPr algn="ctr">
              <a:lnSpc>
                <a:spcPts val="4600"/>
              </a:lnSpc>
              <a:defRPr sz="40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Gita</a:t>
            </a:r>
            <a:r>
              <a:rPr>
                <a:solidFill>
                  <a:srgbClr val="F0E8D6"/>
                </a:solidFill>
              </a:rPr>
              <a:t>?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051560" y="6951138"/>
            <a:ext cx="7040879" cy="6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22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Six widely believed things about the Bhagavad Gita, tested against 700 verses across 9 different analytical methods.</a:t>
            </a:r>
          </a:p>
        </p:txBody>
      </p:sp>
      <p:sp>
        <p:nvSpPr>
          <p:cNvPr id="24" name="Shape 4"/>
          <p:cNvSpPr/>
          <p:nvPr/>
        </p:nvSpPr>
        <p:spPr>
          <a:xfrm>
            <a:off x="3977640" y="8321040"/>
            <a:ext cx="54865" cy="54865"/>
          </a:xfrm>
          <a:prstGeom prst="ellipse">
            <a:avLst/>
          </a:prstGeom>
          <a:solidFill>
            <a:srgbClr val="8A7A6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4251959" y="8321040"/>
            <a:ext cx="54865" cy="54865"/>
          </a:xfrm>
          <a:prstGeom prst="ellipse">
            <a:avLst/>
          </a:prstGeom>
          <a:solidFill>
            <a:srgbClr val="8A7A6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4526279" y="8321040"/>
            <a:ext cx="54865" cy="54865"/>
          </a:xfrm>
          <a:prstGeom prst="ellipse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4800600" y="8321040"/>
            <a:ext cx="54864" cy="54865"/>
          </a:xfrm>
          <a:prstGeom prst="ellipse">
            <a:avLst/>
          </a:prstGeom>
          <a:solidFill>
            <a:srgbClr val="8A7A6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5074920" y="8321040"/>
            <a:ext cx="54865" cy="54865"/>
          </a:xfrm>
          <a:prstGeom prst="ellipse">
            <a:avLst/>
          </a:prstGeom>
          <a:solidFill>
            <a:srgbClr val="8A7A6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777240" y="10152380"/>
            <a:ext cx="758952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swipe to see the analysis →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SPECULATION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777240" y="2246786"/>
            <a:ext cx="7589520" cy="1358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5000"/>
              </a:lnSpc>
              <a:defRPr sz="4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“The Gita is a book of unwavering positivity.”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777240" y="4447968"/>
            <a:ext cx="7589520" cy="61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This is the dominant popular framing: the Gita as a self-help text for optimism and inner peace.</a:t>
            </a:r>
          </a:p>
        </p:txBody>
      </p:sp>
      <p:sp>
        <p:nvSpPr>
          <p:cNvPr id="36" name="Shape 4"/>
          <p:cNvSpPr/>
          <p:nvPr/>
        </p:nvSpPr>
        <p:spPr>
          <a:xfrm>
            <a:off x="731519" y="5394959"/>
            <a:ext cx="7680961" cy="2377441"/>
          </a:xfrm>
          <a:prstGeom prst="roundRect">
            <a:avLst>
              <a:gd name="adj" fmla="val 3077"/>
            </a:avLst>
          </a:prstGeom>
          <a:solidFill>
            <a:srgbClr val="271B10"/>
          </a:solidFill>
          <a:ln w="12700">
            <a:solidFill>
              <a:srgbClr val="4330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5"/>
          <p:cNvSpPr txBox="1"/>
          <p:nvPr/>
        </p:nvSpPr>
        <p:spPr>
          <a:xfrm>
            <a:off x="1097280" y="5713729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SOURCE / VERIFIED LIVE LINK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1097279" y="6369619"/>
            <a:ext cx="6949442" cy="61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“...the Bhagavad Gita is a rich tapestry of insights from the Mahabharata that promote positive thinking and an optimistic outlook.”</a:t>
            </a:r>
          </a:p>
        </p:txBody>
      </p:sp>
      <p:sp>
        <p:nvSpPr>
          <p:cNvPr id="39" name="Text 7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1097279" y="7330440"/>
            <a:ext cx="6949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5A83D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yogajala.com/positive-thinking-bhagavad-gita-quotes →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777240" y="8438449"/>
            <a:ext cx="7589520" cy="588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Articles like this dominate the top search results for "Bhagavad Gita meaning." This is what most people believe before reading a single chapter.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777240" y="10008870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5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↓  WHAT DOES THE DATA SAY?</a:t>
            </a:r>
          </a:p>
        </p:txBody>
      </p:sp>
      <p:sp>
        <p:nvSpPr>
          <p:cNvPr id="42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777240" y="1830216"/>
            <a:ext cx="7589520" cy="362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We ran all 700 verses through a 28-emotion classifier (GoEmotions).</a:t>
            </a:r>
          </a:p>
        </p:txBody>
      </p:sp>
      <p:sp>
        <p:nvSpPr>
          <p:cNvPr id="47" name="Text 3"/>
          <p:cNvSpPr txBox="1"/>
          <p:nvPr/>
        </p:nvSpPr>
        <p:spPr>
          <a:xfrm>
            <a:off x="777239" y="2627629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TOP 10 TOTAL EMOTION SCORES / REAL VALUES FROM YOUR NOTEBOOK</a:t>
            </a:r>
          </a:p>
        </p:txBody>
      </p:sp>
      <p:sp>
        <p:nvSpPr>
          <p:cNvPr id="48" name="Text 4"/>
          <p:cNvSpPr txBox="1"/>
          <p:nvPr/>
        </p:nvSpPr>
        <p:spPr>
          <a:xfrm>
            <a:off x="777239" y="3276092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neutral</a:t>
            </a:r>
          </a:p>
        </p:txBody>
      </p:sp>
      <p:sp>
        <p:nvSpPr>
          <p:cNvPr id="49" name="Shape 5"/>
          <p:cNvSpPr/>
          <p:nvPr/>
        </p:nvSpPr>
        <p:spPr>
          <a:xfrm>
            <a:off x="2377439" y="3300984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6"/>
          <p:cNvSpPr/>
          <p:nvPr/>
        </p:nvSpPr>
        <p:spPr>
          <a:xfrm>
            <a:off x="2377439" y="3300984"/>
            <a:ext cx="5349242" cy="219457"/>
          </a:xfrm>
          <a:prstGeom prst="rect">
            <a:avLst/>
          </a:prstGeom>
          <a:solidFill>
            <a:srgbClr val="8A7A6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7"/>
          <p:cNvSpPr txBox="1"/>
          <p:nvPr/>
        </p:nvSpPr>
        <p:spPr>
          <a:xfrm>
            <a:off x="7863839" y="3276092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392</a:t>
            </a:r>
          </a:p>
        </p:txBody>
      </p:sp>
      <p:sp>
        <p:nvSpPr>
          <p:cNvPr id="52" name="Text 8"/>
          <p:cNvSpPr txBox="1"/>
          <p:nvPr/>
        </p:nvSpPr>
        <p:spPr>
          <a:xfrm>
            <a:off x="777239" y="3715004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approval</a:t>
            </a:r>
          </a:p>
        </p:txBody>
      </p:sp>
      <p:sp>
        <p:nvSpPr>
          <p:cNvPr id="53" name="Shape 9"/>
          <p:cNvSpPr/>
          <p:nvPr/>
        </p:nvSpPr>
        <p:spPr>
          <a:xfrm>
            <a:off x="2377439" y="3739896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10"/>
          <p:cNvSpPr/>
          <p:nvPr/>
        </p:nvSpPr>
        <p:spPr>
          <a:xfrm>
            <a:off x="2377439" y="3739896"/>
            <a:ext cx="1310019" cy="219457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11"/>
          <p:cNvSpPr txBox="1"/>
          <p:nvPr/>
        </p:nvSpPr>
        <p:spPr>
          <a:xfrm>
            <a:off x="3824618" y="3715004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96</a:t>
            </a:r>
          </a:p>
        </p:txBody>
      </p:sp>
      <p:sp>
        <p:nvSpPr>
          <p:cNvPr id="56" name="Text 12"/>
          <p:cNvSpPr txBox="1"/>
          <p:nvPr/>
        </p:nvSpPr>
        <p:spPr>
          <a:xfrm>
            <a:off x="777239" y="4153915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admiration</a:t>
            </a:r>
          </a:p>
        </p:txBody>
      </p:sp>
      <p:sp>
        <p:nvSpPr>
          <p:cNvPr id="57" name="Shape 13"/>
          <p:cNvSpPr/>
          <p:nvPr/>
        </p:nvSpPr>
        <p:spPr>
          <a:xfrm>
            <a:off x="2377439" y="4178808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4"/>
          <p:cNvSpPr/>
          <p:nvPr/>
        </p:nvSpPr>
        <p:spPr>
          <a:xfrm>
            <a:off x="2377439" y="4178808"/>
            <a:ext cx="1037099" cy="219457"/>
          </a:xfrm>
          <a:prstGeom prst="rect">
            <a:avLst/>
          </a:prstGeom>
          <a:solidFill>
            <a:srgbClr val="E08A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5"/>
          <p:cNvSpPr txBox="1"/>
          <p:nvPr/>
        </p:nvSpPr>
        <p:spPr>
          <a:xfrm>
            <a:off x="3551697" y="4153915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76</a:t>
            </a:r>
          </a:p>
        </p:txBody>
      </p:sp>
      <p:sp>
        <p:nvSpPr>
          <p:cNvPr id="60" name="Text 16"/>
          <p:cNvSpPr txBox="1"/>
          <p:nvPr/>
        </p:nvSpPr>
        <p:spPr>
          <a:xfrm>
            <a:off x="777239" y="4592827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caring</a:t>
            </a:r>
          </a:p>
        </p:txBody>
      </p:sp>
      <p:sp>
        <p:nvSpPr>
          <p:cNvPr id="61" name="Shape 17"/>
          <p:cNvSpPr/>
          <p:nvPr/>
        </p:nvSpPr>
        <p:spPr>
          <a:xfrm>
            <a:off x="2377439" y="4617720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hape 18"/>
          <p:cNvSpPr/>
          <p:nvPr/>
        </p:nvSpPr>
        <p:spPr>
          <a:xfrm>
            <a:off x="2377439" y="4617720"/>
            <a:ext cx="573134" cy="219457"/>
          </a:xfrm>
          <a:prstGeom prst="rect">
            <a:avLst/>
          </a:prstGeom>
          <a:solidFill>
            <a:srgbClr val="E08A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9"/>
          <p:cNvSpPr txBox="1"/>
          <p:nvPr/>
        </p:nvSpPr>
        <p:spPr>
          <a:xfrm>
            <a:off x="3087732" y="4592827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64" name="Text 20"/>
          <p:cNvSpPr txBox="1"/>
          <p:nvPr/>
        </p:nvSpPr>
        <p:spPr>
          <a:xfrm>
            <a:off x="777239" y="5031739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realization</a:t>
            </a:r>
          </a:p>
        </p:txBody>
      </p:sp>
      <p:sp>
        <p:nvSpPr>
          <p:cNvPr id="65" name="Shape 21"/>
          <p:cNvSpPr/>
          <p:nvPr/>
        </p:nvSpPr>
        <p:spPr>
          <a:xfrm>
            <a:off x="2377439" y="5056632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22"/>
          <p:cNvSpPr/>
          <p:nvPr/>
        </p:nvSpPr>
        <p:spPr>
          <a:xfrm>
            <a:off x="2377439" y="5056632"/>
            <a:ext cx="313859" cy="219457"/>
          </a:xfrm>
          <a:prstGeom prst="rect">
            <a:avLst/>
          </a:prstGeom>
          <a:solidFill>
            <a:srgbClr val="9B8C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23"/>
          <p:cNvSpPr txBox="1"/>
          <p:nvPr/>
        </p:nvSpPr>
        <p:spPr>
          <a:xfrm>
            <a:off x="2828458" y="5031739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68" name="Text 24"/>
          <p:cNvSpPr txBox="1"/>
          <p:nvPr/>
        </p:nvSpPr>
        <p:spPr>
          <a:xfrm>
            <a:off x="777239" y="5470651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joy</a:t>
            </a:r>
          </a:p>
        </p:txBody>
      </p:sp>
      <p:sp>
        <p:nvSpPr>
          <p:cNvPr id="69" name="Shape 25"/>
          <p:cNvSpPr/>
          <p:nvPr/>
        </p:nvSpPr>
        <p:spPr>
          <a:xfrm>
            <a:off x="2377439" y="5495544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26"/>
          <p:cNvSpPr/>
          <p:nvPr/>
        </p:nvSpPr>
        <p:spPr>
          <a:xfrm>
            <a:off x="2377439" y="5495544"/>
            <a:ext cx="300213" cy="219457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7"/>
          <p:cNvSpPr txBox="1"/>
          <p:nvPr/>
        </p:nvSpPr>
        <p:spPr>
          <a:xfrm>
            <a:off x="2814812" y="5470651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72" name="Text 28"/>
          <p:cNvSpPr txBox="1"/>
          <p:nvPr/>
        </p:nvSpPr>
        <p:spPr>
          <a:xfrm>
            <a:off x="777239" y="5909563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love</a:t>
            </a:r>
          </a:p>
        </p:txBody>
      </p:sp>
      <p:sp>
        <p:nvSpPr>
          <p:cNvPr id="73" name="Shape 29"/>
          <p:cNvSpPr/>
          <p:nvPr/>
        </p:nvSpPr>
        <p:spPr>
          <a:xfrm>
            <a:off x="2377439" y="5934455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30"/>
          <p:cNvSpPr/>
          <p:nvPr/>
        </p:nvSpPr>
        <p:spPr>
          <a:xfrm>
            <a:off x="2377439" y="5934455"/>
            <a:ext cx="204691" cy="219457"/>
          </a:xfrm>
          <a:prstGeom prst="rect">
            <a:avLst/>
          </a:prstGeom>
          <a:solidFill>
            <a:srgbClr val="E26D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31"/>
          <p:cNvSpPr txBox="1"/>
          <p:nvPr/>
        </p:nvSpPr>
        <p:spPr>
          <a:xfrm>
            <a:off x="2719289" y="5909563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6" name="Text 32"/>
          <p:cNvSpPr txBox="1"/>
          <p:nvPr/>
        </p:nvSpPr>
        <p:spPr>
          <a:xfrm>
            <a:off x="777239" y="6348475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optimism</a:t>
            </a:r>
          </a:p>
        </p:txBody>
      </p:sp>
      <p:sp>
        <p:nvSpPr>
          <p:cNvPr id="77" name="Shape 33"/>
          <p:cNvSpPr/>
          <p:nvPr/>
        </p:nvSpPr>
        <p:spPr>
          <a:xfrm>
            <a:off x="2377439" y="6373367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34"/>
          <p:cNvSpPr/>
          <p:nvPr/>
        </p:nvSpPr>
        <p:spPr>
          <a:xfrm>
            <a:off x="2377439" y="6373367"/>
            <a:ext cx="204691" cy="219457"/>
          </a:xfrm>
          <a:prstGeom prst="rect">
            <a:avLst/>
          </a:prstGeom>
          <a:solidFill>
            <a:srgbClr val="5FB8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35"/>
          <p:cNvSpPr txBox="1"/>
          <p:nvPr/>
        </p:nvSpPr>
        <p:spPr>
          <a:xfrm>
            <a:off x="2719289" y="6348475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80" name="Text 36"/>
          <p:cNvSpPr txBox="1"/>
          <p:nvPr/>
        </p:nvSpPr>
        <p:spPr>
          <a:xfrm>
            <a:off x="777239" y="6787388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annoyance</a:t>
            </a:r>
          </a:p>
        </p:txBody>
      </p:sp>
      <p:sp>
        <p:nvSpPr>
          <p:cNvPr id="81" name="Shape 37"/>
          <p:cNvSpPr/>
          <p:nvPr/>
        </p:nvSpPr>
        <p:spPr>
          <a:xfrm>
            <a:off x="2377439" y="6812280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38"/>
          <p:cNvSpPr/>
          <p:nvPr/>
        </p:nvSpPr>
        <p:spPr>
          <a:xfrm>
            <a:off x="2377439" y="6812280"/>
            <a:ext cx="191045" cy="219457"/>
          </a:xfrm>
          <a:prstGeom prst="rect">
            <a:avLst/>
          </a:prstGeom>
          <a:solidFill>
            <a:srgbClr val="8FA84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39"/>
          <p:cNvSpPr txBox="1"/>
          <p:nvPr/>
        </p:nvSpPr>
        <p:spPr>
          <a:xfrm>
            <a:off x="2705644" y="6787388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84" name="Text 40"/>
          <p:cNvSpPr txBox="1"/>
          <p:nvPr/>
        </p:nvSpPr>
        <p:spPr>
          <a:xfrm>
            <a:off x="777239" y="7226300"/>
            <a:ext cx="14630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confusion</a:t>
            </a:r>
          </a:p>
        </p:txBody>
      </p:sp>
      <p:sp>
        <p:nvSpPr>
          <p:cNvPr id="85" name="Shape 41"/>
          <p:cNvSpPr/>
          <p:nvPr/>
        </p:nvSpPr>
        <p:spPr>
          <a:xfrm>
            <a:off x="2377439" y="7251192"/>
            <a:ext cx="5349242" cy="219457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42"/>
          <p:cNvSpPr/>
          <p:nvPr/>
        </p:nvSpPr>
        <p:spPr>
          <a:xfrm>
            <a:off x="2377439" y="7251192"/>
            <a:ext cx="191045" cy="219457"/>
          </a:xfrm>
          <a:prstGeom prst="rect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3"/>
          <p:cNvSpPr txBox="1"/>
          <p:nvPr/>
        </p:nvSpPr>
        <p:spPr>
          <a:xfrm>
            <a:off x="2705644" y="7226300"/>
            <a:ext cx="4572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88" name="Shape 44"/>
          <p:cNvSpPr/>
          <p:nvPr/>
        </p:nvSpPr>
        <p:spPr>
          <a:xfrm>
            <a:off x="731519" y="7818119"/>
            <a:ext cx="7680961" cy="2834641"/>
          </a:xfrm>
          <a:prstGeom prst="roundRect">
            <a:avLst>
              <a:gd name="adj" fmla="val 2581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45"/>
          <p:cNvSpPr txBox="1"/>
          <p:nvPr/>
        </p:nvSpPr>
        <p:spPr>
          <a:xfrm>
            <a:off x="1097280" y="8104886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90" name="Text 46"/>
          <p:cNvSpPr txBox="1"/>
          <p:nvPr/>
        </p:nvSpPr>
        <p:spPr>
          <a:xfrm>
            <a:off x="1097279" y="840599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Partially true.</a:t>
            </a:r>
          </a:p>
        </p:txBody>
      </p:sp>
      <p:sp>
        <p:nvSpPr>
          <p:cNvPr id="91" name="Text 47"/>
          <p:cNvSpPr txBox="1"/>
          <p:nvPr/>
        </p:nvSpPr>
        <p:spPr>
          <a:xfrm>
            <a:off x="1097279" y="8947352"/>
            <a:ext cx="6949442" cy="31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Neutral dominates at 392 mentions, over 4x the next closest emotion (approval, 96).</a:t>
            </a:r>
          </a:p>
        </p:txBody>
      </p:sp>
      <p:sp>
        <p:nvSpPr>
          <p:cNvPr id="92" name="Text 48"/>
          <p:cNvSpPr txBox="1"/>
          <p:nvPr/>
        </p:nvSpPr>
        <p:spPr>
          <a:xfrm>
            <a:off x="1097279" y="9431983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This reads as a mostly instructional, neutral text, not an emotional one.</a:t>
            </a:r>
          </a:p>
        </p:txBody>
      </p:sp>
      <p:sp>
        <p:nvSpPr>
          <p:cNvPr id="93" name="Text 49"/>
          <p:cNvSpPr txBox="1"/>
          <p:nvPr/>
        </p:nvSpPr>
        <p:spPr>
          <a:xfrm>
            <a:off x="1097279" y="9916616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Positivity is real here, but it's a minority signal, not the dominant tone.</a:t>
            </a:r>
          </a:p>
        </p:txBody>
      </p:sp>
      <p:sp>
        <p:nvSpPr>
          <p:cNvPr id="94" name="Text 5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SPECULATION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777240" y="2226747"/>
            <a:ext cx="7589520" cy="130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4800"/>
              </a:lnSpc>
              <a:defRPr sz="42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“Krishna's core message is a call to arms.”</a:t>
            </a:r>
          </a:p>
        </p:txBody>
      </p:sp>
      <p:sp>
        <p:nvSpPr>
          <p:cNvPr id="99" name="Text 3"/>
          <p:cNvSpPr txBox="1"/>
          <p:nvPr/>
        </p:nvSpPr>
        <p:spPr>
          <a:xfrm>
            <a:off x="777240" y="4447968"/>
            <a:ext cx="7589520" cy="61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famous framing: Arjuna refuses to fight, and Krishna spends 18 chapters persuading him back onto the battlefield.</a:t>
            </a:r>
          </a:p>
        </p:txBody>
      </p:sp>
      <p:sp>
        <p:nvSpPr>
          <p:cNvPr id="100" name="Shape 4"/>
          <p:cNvSpPr/>
          <p:nvPr/>
        </p:nvSpPr>
        <p:spPr>
          <a:xfrm>
            <a:off x="731519" y="5577840"/>
            <a:ext cx="7680961" cy="2377441"/>
          </a:xfrm>
          <a:prstGeom prst="roundRect">
            <a:avLst>
              <a:gd name="adj" fmla="val 3077"/>
            </a:avLst>
          </a:prstGeom>
          <a:solidFill>
            <a:srgbClr val="271B10"/>
          </a:solidFill>
          <a:ln w="12700">
            <a:solidFill>
              <a:srgbClr val="4330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5"/>
          <p:cNvSpPr txBox="1"/>
          <p:nvPr/>
        </p:nvSpPr>
        <p:spPr>
          <a:xfrm>
            <a:off x="1097280" y="5896609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SOURCE / VERIFIED LIVE LINK</a:t>
            </a:r>
          </a:p>
        </p:txBody>
      </p:sp>
      <p:sp>
        <p:nvSpPr>
          <p:cNvPr id="102" name="Text 6"/>
          <p:cNvSpPr txBox="1"/>
          <p:nvPr/>
        </p:nvSpPr>
        <p:spPr>
          <a:xfrm>
            <a:off x="1097279" y="6552499"/>
            <a:ext cx="6949442" cy="61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“...though the text is absolutely a call to war, it follows this call to war by prescribing a particular disposition and conduct...”</a:t>
            </a:r>
          </a:p>
        </p:txBody>
      </p:sp>
      <p:sp>
        <p:nvSpPr>
          <p:cNvPr id="103" name="Text 7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1097279" y="7513319"/>
            <a:ext cx="6949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5A83D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blogs.icrc.org/bhagavad-gita-ethics-war →</a:t>
            </a:r>
          </a:p>
        </p:txBody>
      </p:sp>
      <p:sp>
        <p:nvSpPr>
          <p:cNvPr id="104" name="Text 8"/>
          <p:cNvSpPr txBox="1"/>
          <p:nvPr/>
        </p:nvSpPr>
        <p:spPr>
          <a:xfrm>
            <a:off x="777240" y="8438448"/>
            <a:ext cx="7589520" cy="588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Countless summaries reduce the Gita to “Krishna convinces Arjuna to fight,” a war speech dressed in philosophy.</a:t>
            </a:r>
          </a:p>
        </p:txBody>
      </p:sp>
      <p:sp>
        <p:nvSpPr>
          <p:cNvPr id="105" name="Text 9"/>
          <p:cNvSpPr txBox="1"/>
          <p:nvPr/>
        </p:nvSpPr>
        <p:spPr>
          <a:xfrm>
            <a:off x="777240" y="968882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5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↓  WHAT DOES THE DATA SAY?</a:t>
            </a:r>
          </a:p>
        </p:txBody>
      </p:sp>
      <p:sp>
        <p:nvSpPr>
          <p:cNvPr id="106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110" name="Text 2"/>
          <p:cNvSpPr txBox="1"/>
          <p:nvPr/>
        </p:nvSpPr>
        <p:spPr>
          <a:xfrm>
            <a:off x="777240" y="1745267"/>
            <a:ext cx="7589520" cy="349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First measurement: if this is a war rally, look at the words actually used.</a:t>
            </a:r>
          </a:p>
        </p:txBody>
      </p:sp>
      <p:sp>
        <p:nvSpPr>
          <p:cNvPr id="111" name="Text 3"/>
          <p:cNvSpPr txBox="1"/>
          <p:nvPr/>
        </p:nvSpPr>
        <p:spPr>
          <a:xfrm>
            <a:off x="777239" y="2467610"/>
            <a:ext cx="3566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VERSE SHARE</a:t>
            </a:r>
          </a:p>
        </p:txBody>
      </p:sp>
      <p:sp>
        <p:nvSpPr>
          <p:cNvPr id="112" name="Shape 4"/>
          <p:cNvSpPr/>
          <p:nvPr/>
        </p:nvSpPr>
        <p:spPr>
          <a:xfrm>
            <a:off x="731520" y="2788920"/>
            <a:ext cx="7680960" cy="457201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5"/>
          <p:cNvSpPr/>
          <p:nvPr/>
        </p:nvSpPr>
        <p:spPr>
          <a:xfrm>
            <a:off x="731520" y="2788920"/>
            <a:ext cx="6190854" cy="457201"/>
          </a:xfrm>
          <a:prstGeom prst="rect">
            <a:avLst/>
          </a:prstGeom>
          <a:solidFill>
            <a:srgbClr val="E08A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6"/>
          <p:cNvSpPr txBox="1"/>
          <p:nvPr/>
        </p:nvSpPr>
        <p:spPr>
          <a:xfrm>
            <a:off x="914400" y="2882900"/>
            <a:ext cx="26517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5120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Krishna 80.6%</a:t>
            </a:r>
          </a:p>
        </p:txBody>
      </p:sp>
      <p:sp>
        <p:nvSpPr>
          <p:cNvPr id="115" name="Shape 7"/>
          <p:cNvSpPr/>
          <p:nvPr/>
        </p:nvSpPr>
        <p:spPr>
          <a:xfrm>
            <a:off x="6922374" y="2788920"/>
            <a:ext cx="952439" cy="457201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8"/>
          <p:cNvSpPr txBox="1"/>
          <p:nvPr/>
        </p:nvSpPr>
        <p:spPr>
          <a:xfrm>
            <a:off x="5276453" y="3319780"/>
            <a:ext cx="192024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Arjuna 12.4%</a:t>
            </a:r>
          </a:p>
        </p:txBody>
      </p:sp>
      <p:sp>
        <p:nvSpPr>
          <p:cNvPr id="117" name="Text 9"/>
          <p:cNvSpPr txBox="1"/>
          <p:nvPr/>
        </p:nvSpPr>
        <p:spPr>
          <a:xfrm>
            <a:off x="777239" y="3816349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VOCABULARY / REAL VALUES FROM YOUR NOTEBOOK</a:t>
            </a:r>
          </a:p>
        </p:txBody>
      </p:sp>
      <p:sp>
        <p:nvSpPr>
          <p:cNvPr id="118" name="Text 10"/>
          <p:cNvSpPr txBox="1"/>
          <p:nvPr/>
        </p:nvSpPr>
        <p:spPr>
          <a:xfrm>
            <a:off x="777239" y="4172966"/>
            <a:ext cx="361188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5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KRISHNA</a:t>
            </a:r>
          </a:p>
        </p:txBody>
      </p:sp>
      <p:sp>
        <p:nvSpPr>
          <p:cNvPr id="119" name="Text 11"/>
          <p:cNvSpPr txBox="1"/>
          <p:nvPr/>
        </p:nvSpPr>
        <p:spPr>
          <a:xfrm>
            <a:off x="777239" y="4533137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world</a:t>
            </a:r>
          </a:p>
        </p:txBody>
      </p:sp>
      <p:sp>
        <p:nvSpPr>
          <p:cNvPr id="120" name="Shape 12"/>
          <p:cNvSpPr/>
          <p:nvPr/>
        </p:nvSpPr>
        <p:spPr>
          <a:xfrm>
            <a:off x="1691639" y="4558284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13"/>
          <p:cNvSpPr/>
          <p:nvPr/>
        </p:nvSpPr>
        <p:spPr>
          <a:xfrm>
            <a:off x="1691639" y="4558284"/>
            <a:ext cx="2377441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4"/>
          <p:cNvSpPr txBox="1"/>
          <p:nvPr/>
        </p:nvSpPr>
        <p:spPr>
          <a:xfrm>
            <a:off x="4160519" y="4539487"/>
            <a:ext cx="274322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125</a:t>
            </a:r>
          </a:p>
        </p:txBody>
      </p:sp>
      <p:sp>
        <p:nvSpPr>
          <p:cNvPr id="123" name="Text 15"/>
          <p:cNvSpPr txBox="1"/>
          <p:nvPr/>
        </p:nvSpPr>
        <p:spPr>
          <a:xfrm>
            <a:off x="777239" y="4770881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mind</a:t>
            </a:r>
          </a:p>
        </p:txBody>
      </p:sp>
      <p:sp>
        <p:nvSpPr>
          <p:cNvPr id="124" name="Shape 16"/>
          <p:cNvSpPr/>
          <p:nvPr/>
        </p:nvSpPr>
        <p:spPr>
          <a:xfrm>
            <a:off x="1691639" y="4796028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17"/>
          <p:cNvSpPr/>
          <p:nvPr/>
        </p:nvSpPr>
        <p:spPr>
          <a:xfrm>
            <a:off x="1691639" y="4796028"/>
            <a:ext cx="2035090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18"/>
          <p:cNvSpPr txBox="1"/>
          <p:nvPr/>
        </p:nvSpPr>
        <p:spPr>
          <a:xfrm>
            <a:off x="4160519" y="4777231"/>
            <a:ext cx="274322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107</a:t>
            </a:r>
          </a:p>
        </p:txBody>
      </p:sp>
      <p:sp>
        <p:nvSpPr>
          <p:cNvPr id="127" name="Text 19"/>
          <p:cNvSpPr txBox="1"/>
          <p:nvPr/>
        </p:nvSpPr>
        <p:spPr>
          <a:xfrm>
            <a:off x="777239" y="5008625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actions</a:t>
            </a:r>
          </a:p>
        </p:txBody>
      </p:sp>
      <p:sp>
        <p:nvSpPr>
          <p:cNvPr id="128" name="Shape 20"/>
          <p:cNvSpPr/>
          <p:nvPr/>
        </p:nvSpPr>
        <p:spPr>
          <a:xfrm>
            <a:off x="1691639" y="5033771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21"/>
          <p:cNvSpPr/>
          <p:nvPr/>
        </p:nvSpPr>
        <p:spPr>
          <a:xfrm>
            <a:off x="1691639" y="5033771"/>
            <a:ext cx="1806855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22"/>
          <p:cNvSpPr txBox="1"/>
          <p:nvPr/>
        </p:nvSpPr>
        <p:spPr>
          <a:xfrm>
            <a:off x="4160519" y="5008625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95</a:t>
            </a:r>
          </a:p>
        </p:txBody>
      </p:sp>
      <p:sp>
        <p:nvSpPr>
          <p:cNvPr id="131" name="Text 23"/>
          <p:cNvSpPr txBox="1"/>
          <p:nvPr/>
        </p:nvSpPr>
        <p:spPr>
          <a:xfrm>
            <a:off x="777239" y="5246369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supreme</a:t>
            </a:r>
          </a:p>
        </p:txBody>
      </p:sp>
      <p:sp>
        <p:nvSpPr>
          <p:cNvPr id="132" name="Shape 24"/>
          <p:cNvSpPr/>
          <p:nvPr/>
        </p:nvSpPr>
        <p:spPr>
          <a:xfrm>
            <a:off x="1691639" y="5271515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25"/>
          <p:cNvSpPr/>
          <p:nvPr/>
        </p:nvSpPr>
        <p:spPr>
          <a:xfrm>
            <a:off x="1691639" y="5271515"/>
            <a:ext cx="1730777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26"/>
          <p:cNvSpPr txBox="1"/>
          <p:nvPr/>
        </p:nvSpPr>
        <p:spPr>
          <a:xfrm>
            <a:off x="4160519" y="5246369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91</a:t>
            </a:r>
          </a:p>
        </p:txBody>
      </p:sp>
      <p:sp>
        <p:nvSpPr>
          <p:cNvPr id="135" name="Text 27"/>
          <p:cNvSpPr txBox="1"/>
          <p:nvPr/>
        </p:nvSpPr>
        <p:spPr>
          <a:xfrm>
            <a:off x="777239" y="5484113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person</a:t>
            </a:r>
          </a:p>
        </p:txBody>
      </p:sp>
      <p:sp>
        <p:nvSpPr>
          <p:cNvPr id="136" name="Shape 28"/>
          <p:cNvSpPr/>
          <p:nvPr/>
        </p:nvSpPr>
        <p:spPr>
          <a:xfrm>
            <a:off x="1691639" y="5509259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29"/>
          <p:cNvSpPr/>
          <p:nvPr/>
        </p:nvSpPr>
        <p:spPr>
          <a:xfrm>
            <a:off x="1691639" y="5509259"/>
            <a:ext cx="1654699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30"/>
          <p:cNvSpPr txBox="1"/>
          <p:nvPr/>
        </p:nvSpPr>
        <p:spPr>
          <a:xfrm>
            <a:off x="4160519" y="5484113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87</a:t>
            </a:r>
          </a:p>
        </p:txBody>
      </p:sp>
      <p:sp>
        <p:nvSpPr>
          <p:cNvPr id="139" name="Text 31"/>
          <p:cNvSpPr txBox="1"/>
          <p:nvPr/>
        </p:nvSpPr>
        <p:spPr>
          <a:xfrm>
            <a:off x="777239" y="5721858"/>
            <a:ext cx="868681" cy="20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beings</a:t>
            </a:r>
          </a:p>
        </p:txBody>
      </p:sp>
      <p:sp>
        <p:nvSpPr>
          <p:cNvPr id="140" name="Shape 32"/>
          <p:cNvSpPr/>
          <p:nvPr/>
        </p:nvSpPr>
        <p:spPr>
          <a:xfrm>
            <a:off x="1691639" y="5747003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33"/>
          <p:cNvSpPr/>
          <p:nvPr/>
        </p:nvSpPr>
        <p:spPr>
          <a:xfrm>
            <a:off x="1691639" y="5747003"/>
            <a:ext cx="1502543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4"/>
          <p:cNvSpPr txBox="1"/>
          <p:nvPr/>
        </p:nvSpPr>
        <p:spPr>
          <a:xfrm>
            <a:off x="4160519" y="5721858"/>
            <a:ext cx="274322" cy="20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143" name="Text 35"/>
          <p:cNvSpPr txBox="1"/>
          <p:nvPr/>
        </p:nvSpPr>
        <p:spPr>
          <a:xfrm>
            <a:off x="777239" y="5959602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soul</a:t>
            </a:r>
          </a:p>
        </p:txBody>
      </p:sp>
      <p:sp>
        <p:nvSpPr>
          <p:cNvPr id="144" name="Shape 36"/>
          <p:cNvSpPr/>
          <p:nvPr/>
        </p:nvSpPr>
        <p:spPr>
          <a:xfrm>
            <a:off x="1691639" y="5984747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37"/>
          <p:cNvSpPr/>
          <p:nvPr/>
        </p:nvSpPr>
        <p:spPr>
          <a:xfrm>
            <a:off x="1691639" y="5984747"/>
            <a:ext cx="1426465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38"/>
          <p:cNvSpPr txBox="1"/>
          <p:nvPr/>
        </p:nvSpPr>
        <p:spPr>
          <a:xfrm>
            <a:off x="4160519" y="5959602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75</a:t>
            </a:r>
          </a:p>
        </p:txBody>
      </p:sp>
      <p:sp>
        <p:nvSpPr>
          <p:cNvPr id="147" name="Text 39"/>
          <p:cNvSpPr txBox="1"/>
          <p:nvPr/>
        </p:nvSpPr>
        <p:spPr>
          <a:xfrm>
            <a:off x="777239" y="6197346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nature</a:t>
            </a:r>
          </a:p>
        </p:txBody>
      </p:sp>
      <p:sp>
        <p:nvSpPr>
          <p:cNvPr id="148" name="Shape 40"/>
          <p:cNvSpPr/>
          <p:nvPr/>
        </p:nvSpPr>
        <p:spPr>
          <a:xfrm>
            <a:off x="1691639" y="6222491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41"/>
          <p:cNvSpPr/>
          <p:nvPr/>
        </p:nvSpPr>
        <p:spPr>
          <a:xfrm>
            <a:off x="1691639" y="6222491"/>
            <a:ext cx="1426465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42"/>
          <p:cNvSpPr txBox="1"/>
          <p:nvPr/>
        </p:nvSpPr>
        <p:spPr>
          <a:xfrm>
            <a:off x="4160519" y="6197346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75</a:t>
            </a:r>
          </a:p>
        </p:txBody>
      </p:sp>
      <p:sp>
        <p:nvSpPr>
          <p:cNvPr id="151" name="Text 43"/>
          <p:cNvSpPr txBox="1"/>
          <p:nvPr/>
        </p:nvSpPr>
        <p:spPr>
          <a:xfrm>
            <a:off x="777239" y="6435090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knowledge</a:t>
            </a:r>
          </a:p>
        </p:txBody>
      </p:sp>
      <p:sp>
        <p:nvSpPr>
          <p:cNvPr id="152" name="Shape 44"/>
          <p:cNvSpPr/>
          <p:nvPr/>
        </p:nvSpPr>
        <p:spPr>
          <a:xfrm>
            <a:off x="1691639" y="6460235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45"/>
          <p:cNvSpPr/>
          <p:nvPr/>
        </p:nvSpPr>
        <p:spPr>
          <a:xfrm>
            <a:off x="1691639" y="6460235"/>
            <a:ext cx="1293328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46"/>
          <p:cNvSpPr txBox="1"/>
          <p:nvPr/>
        </p:nvSpPr>
        <p:spPr>
          <a:xfrm>
            <a:off x="4160519" y="6435090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68</a:t>
            </a:r>
          </a:p>
        </p:txBody>
      </p:sp>
      <p:sp>
        <p:nvSpPr>
          <p:cNvPr id="155" name="Text 47"/>
          <p:cNvSpPr txBox="1"/>
          <p:nvPr/>
        </p:nvSpPr>
        <p:spPr>
          <a:xfrm>
            <a:off x="777239" y="6672834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senses</a:t>
            </a:r>
          </a:p>
        </p:txBody>
      </p:sp>
      <p:sp>
        <p:nvSpPr>
          <p:cNvPr id="156" name="Shape 48"/>
          <p:cNvSpPr/>
          <p:nvPr/>
        </p:nvSpPr>
        <p:spPr>
          <a:xfrm>
            <a:off x="1691639" y="6697980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Shape 49"/>
          <p:cNvSpPr/>
          <p:nvPr/>
        </p:nvSpPr>
        <p:spPr>
          <a:xfrm>
            <a:off x="1691640" y="6697980"/>
            <a:ext cx="1198230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50"/>
          <p:cNvSpPr txBox="1"/>
          <p:nvPr/>
        </p:nvSpPr>
        <p:spPr>
          <a:xfrm>
            <a:off x="4160519" y="6672834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59" name="Text 51"/>
          <p:cNvSpPr txBox="1"/>
          <p:nvPr/>
        </p:nvSpPr>
        <p:spPr>
          <a:xfrm>
            <a:off x="777239" y="6910577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life</a:t>
            </a:r>
          </a:p>
        </p:txBody>
      </p:sp>
      <p:sp>
        <p:nvSpPr>
          <p:cNvPr id="160" name="Shape 52"/>
          <p:cNvSpPr/>
          <p:nvPr/>
        </p:nvSpPr>
        <p:spPr>
          <a:xfrm>
            <a:off x="1691639" y="6935723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53"/>
          <p:cNvSpPr/>
          <p:nvPr/>
        </p:nvSpPr>
        <p:spPr>
          <a:xfrm>
            <a:off x="1691640" y="6935723"/>
            <a:ext cx="1198230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54"/>
          <p:cNvSpPr txBox="1"/>
          <p:nvPr/>
        </p:nvSpPr>
        <p:spPr>
          <a:xfrm>
            <a:off x="4160519" y="6910577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63" name="Text 55"/>
          <p:cNvSpPr txBox="1"/>
          <p:nvPr/>
        </p:nvSpPr>
        <p:spPr>
          <a:xfrm>
            <a:off x="777239" y="7148322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sacrifice</a:t>
            </a:r>
          </a:p>
        </p:txBody>
      </p:sp>
      <p:sp>
        <p:nvSpPr>
          <p:cNvPr id="164" name="Shape 56"/>
          <p:cNvSpPr/>
          <p:nvPr/>
        </p:nvSpPr>
        <p:spPr>
          <a:xfrm>
            <a:off x="1691639" y="7173468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57"/>
          <p:cNvSpPr/>
          <p:nvPr/>
        </p:nvSpPr>
        <p:spPr>
          <a:xfrm>
            <a:off x="1691640" y="7173468"/>
            <a:ext cx="1198230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58"/>
          <p:cNvSpPr txBox="1"/>
          <p:nvPr/>
        </p:nvSpPr>
        <p:spPr>
          <a:xfrm>
            <a:off x="4160519" y="7148322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67" name="Text 59"/>
          <p:cNvSpPr txBox="1"/>
          <p:nvPr/>
        </p:nvSpPr>
        <p:spPr>
          <a:xfrm>
            <a:off x="777239" y="7386065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karma</a:t>
            </a:r>
          </a:p>
        </p:txBody>
      </p:sp>
      <p:sp>
        <p:nvSpPr>
          <p:cNvPr id="168" name="Shape 60"/>
          <p:cNvSpPr/>
          <p:nvPr/>
        </p:nvSpPr>
        <p:spPr>
          <a:xfrm>
            <a:off x="1691639" y="7411211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61"/>
          <p:cNvSpPr/>
          <p:nvPr/>
        </p:nvSpPr>
        <p:spPr>
          <a:xfrm>
            <a:off x="1691639" y="7411211"/>
            <a:ext cx="1160192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62"/>
          <p:cNvSpPr txBox="1"/>
          <p:nvPr/>
        </p:nvSpPr>
        <p:spPr>
          <a:xfrm>
            <a:off x="4160519" y="7386065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171" name="Text 63"/>
          <p:cNvSpPr txBox="1"/>
          <p:nvPr/>
        </p:nvSpPr>
        <p:spPr>
          <a:xfrm>
            <a:off x="777239" y="7623810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divine</a:t>
            </a:r>
          </a:p>
        </p:txBody>
      </p:sp>
      <p:sp>
        <p:nvSpPr>
          <p:cNvPr id="172" name="Shape 64"/>
          <p:cNvSpPr/>
          <p:nvPr/>
        </p:nvSpPr>
        <p:spPr>
          <a:xfrm>
            <a:off x="1691639" y="7648956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65"/>
          <p:cNvSpPr/>
          <p:nvPr/>
        </p:nvSpPr>
        <p:spPr>
          <a:xfrm>
            <a:off x="1691639" y="7648956"/>
            <a:ext cx="1141172" cy="146305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66"/>
          <p:cNvSpPr txBox="1"/>
          <p:nvPr/>
        </p:nvSpPr>
        <p:spPr>
          <a:xfrm>
            <a:off x="4160519" y="7623810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60</a:t>
            </a:r>
          </a:p>
        </p:txBody>
      </p:sp>
      <p:sp>
        <p:nvSpPr>
          <p:cNvPr id="175" name="Text 67"/>
          <p:cNvSpPr txBox="1"/>
          <p:nvPr/>
        </p:nvSpPr>
        <p:spPr>
          <a:xfrm>
            <a:off x="777239" y="7861553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76" name="Shape 68"/>
          <p:cNvSpPr/>
          <p:nvPr/>
        </p:nvSpPr>
        <p:spPr>
          <a:xfrm>
            <a:off x="1691639" y="7886699"/>
            <a:ext cx="2377441" cy="146306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Shape 69"/>
          <p:cNvSpPr/>
          <p:nvPr/>
        </p:nvSpPr>
        <p:spPr>
          <a:xfrm>
            <a:off x="1691639" y="7886699"/>
            <a:ext cx="1027055" cy="146306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70"/>
          <p:cNvSpPr txBox="1"/>
          <p:nvPr/>
        </p:nvSpPr>
        <p:spPr>
          <a:xfrm>
            <a:off x="4160519" y="7861553"/>
            <a:ext cx="274322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54</a:t>
            </a:r>
          </a:p>
        </p:txBody>
      </p:sp>
      <p:sp>
        <p:nvSpPr>
          <p:cNvPr id="179" name="Text 71"/>
          <p:cNvSpPr txBox="1"/>
          <p:nvPr/>
        </p:nvSpPr>
        <p:spPr>
          <a:xfrm>
            <a:off x="4754879" y="4172966"/>
            <a:ext cx="361188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ARJUNA</a:t>
            </a:r>
          </a:p>
        </p:txBody>
      </p:sp>
      <p:sp>
        <p:nvSpPr>
          <p:cNvPr id="180" name="Text 72"/>
          <p:cNvSpPr txBox="1"/>
          <p:nvPr/>
        </p:nvSpPr>
        <p:spPr>
          <a:xfrm>
            <a:off x="4754879" y="4533137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great</a:t>
            </a:r>
          </a:p>
        </p:txBody>
      </p:sp>
      <p:sp>
        <p:nvSpPr>
          <p:cNvPr id="181" name="Shape 73"/>
          <p:cNvSpPr/>
          <p:nvPr/>
        </p:nvSpPr>
        <p:spPr>
          <a:xfrm>
            <a:off x="5669279" y="4558284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74"/>
          <p:cNvSpPr/>
          <p:nvPr/>
        </p:nvSpPr>
        <p:spPr>
          <a:xfrm>
            <a:off x="5669279" y="4558284"/>
            <a:ext cx="2377441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75"/>
          <p:cNvSpPr txBox="1"/>
          <p:nvPr/>
        </p:nvSpPr>
        <p:spPr>
          <a:xfrm>
            <a:off x="8138160" y="4533137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84" name="Text 76"/>
          <p:cNvSpPr txBox="1"/>
          <p:nvPr/>
        </p:nvSpPr>
        <p:spPr>
          <a:xfrm>
            <a:off x="4754879" y="4770881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yoga</a:t>
            </a:r>
          </a:p>
        </p:txBody>
      </p:sp>
      <p:sp>
        <p:nvSpPr>
          <p:cNvPr id="185" name="Shape 77"/>
          <p:cNvSpPr/>
          <p:nvPr/>
        </p:nvSpPr>
        <p:spPr>
          <a:xfrm>
            <a:off x="5669279" y="4796028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78"/>
          <p:cNvSpPr/>
          <p:nvPr/>
        </p:nvSpPr>
        <p:spPr>
          <a:xfrm>
            <a:off x="5669279" y="4796028"/>
            <a:ext cx="2377441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79"/>
          <p:cNvSpPr txBox="1"/>
          <p:nvPr/>
        </p:nvSpPr>
        <p:spPr>
          <a:xfrm>
            <a:off x="8138160" y="4770881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88" name="Text 80"/>
          <p:cNvSpPr txBox="1"/>
          <p:nvPr/>
        </p:nvSpPr>
        <p:spPr>
          <a:xfrm>
            <a:off x="4754879" y="5008625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asked</a:t>
            </a:r>
          </a:p>
        </p:txBody>
      </p:sp>
      <p:sp>
        <p:nvSpPr>
          <p:cNvPr id="189" name="Shape 81"/>
          <p:cNvSpPr/>
          <p:nvPr/>
        </p:nvSpPr>
        <p:spPr>
          <a:xfrm>
            <a:off x="5669279" y="5033771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82"/>
          <p:cNvSpPr/>
          <p:nvPr/>
        </p:nvSpPr>
        <p:spPr>
          <a:xfrm>
            <a:off x="5669279" y="5033771"/>
            <a:ext cx="2060449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83"/>
          <p:cNvSpPr txBox="1"/>
          <p:nvPr/>
        </p:nvSpPr>
        <p:spPr>
          <a:xfrm>
            <a:off x="8138160" y="5008625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92" name="Text 84"/>
          <p:cNvSpPr txBox="1"/>
          <p:nvPr/>
        </p:nvSpPr>
        <p:spPr>
          <a:xfrm>
            <a:off x="4754879" y="5246369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supreme</a:t>
            </a:r>
          </a:p>
        </p:txBody>
      </p:sp>
      <p:sp>
        <p:nvSpPr>
          <p:cNvPr id="193" name="Shape 85"/>
          <p:cNvSpPr/>
          <p:nvPr/>
        </p:nvSpPr>
        <p:spPr>
          <a:xfrm>
            <a:off x="5669279" y="5271515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86"/>
          <p:cNvSpPr/>
          <p:nvPr/>
        </p:nvSpPr>
        <p:spPr>
          <a:xfrm>
            <a:off x="5669279" y="5271515"/>
            <a:ext cx="2060449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87"/>
          <p:cNvSpPr txBox="1"/>
          <p:nvPr/>
        </p:nvSpPr>
        <p:spPr>
          <a:xfrm>
            <a:off x="8138160" y="5246369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96" name="Text 88"/>
          <p:cNvSpPr txBox="1"/>
          <p:nvPr/>
        </p:nvSpPr>
        <p:spPr>
          <a:xfrm>
            <a:off x="4754879" y="5484113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divine</a:t>
            </a:r>
          </a:p>
        </p:txBody>
      </p:sp>
      <p:sp>
        <p:nvSpPr>
          <p:cNvPr id="197" name="Shape 89"/>
          <p:cNvSpPr/>
          <p:nvPr/>
        </p:nvSpPr>
        <p:spPr>
          <a:xfrm>
            <a:off x="5669279" y="5509259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90"/>
          <p:cNvSpPr/>
          <p:nvPr/>
        </p:nvSpPr>
        <p:spPr>
          <a:xfrm>
            <a:off x="5669279" y="5509259"/>
            <a:ext cx="1901952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91"/>
          <p:cNvSpPr txBox="1"/>
          <p:nvPr/>
        </p:nvSpPr>
        <p:spPr>
          <a:xfrm>
            <a:off x="8138160" y="5484113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0" name="Text 92"/>
          <p:cNvSpPr txBox="1"/>
          <p:nvPr/>
        </p:nvSpPr>
        <p:spPr>
          <a:xfrm>
            <a:off x="4754879" y="5721858"/>
            <a:ext cx="868681" cy="20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universe</a:t>
            </a:r>
          </a:p>
        </p:txBody>
      </p:sp>
      <p:sp>
        <p:nvSpPr>
          <p:cNvPr id="201" name="Shape 93"/>
          <p:cNvSpPr/>
          <p:nvPr/>
        </p:nvSpPr>
        <p:spPr>
          <a:xfrm>
            <a:off x="5669279" y="5747003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94"/>
          <p:cNvSpPr/>
          <p:nvPr/>
        </p:nvSpPr>
        <p:spPr>
          <a:xfrm>
            <a:off x="5669279" y="5747003"/>
            <a:ext cx="1901952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95"/>
          <p:cNvSpPr txBox="1"/>
          <p:nvPr/>
        </p:nvSpPr>
        <p:spPr>
          <a:xfrm>
            <a:off x="8138160" y="5721858"/>
            <a:ext cx="274321" cy="20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4" name="Text 96"/>
          <p:cNvSpPr txBox="1"/>
          <p:nvPr/>
        </p:nvSpPr>
        <p:spPr>
          <a:xfrm>
            <a:off x="4754879" y="5959602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form</a:t>
            </a:r>
          </a:p>
        </p:txBody>
      </p:sp>
      <p:sp>
        <p:nvSpPr>
          <p:cNvPr id="205" name="Shape 97"/>
          <p:cNvSpPr/>
          <p:nvPr/>
        </p:nvSpPr>
        <p:spPr>
          <a:xfrm>
            <a:off x="5669279" y="5984747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98"/>
          <p:cNvSpPr/>
          <p:nvPr/>
        </p:nvSpPr>
        <p:spPr>
          <a:xfrm>
            <a:off x="5669279" y="5984747"/>
            <a:ext cx="1584961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99"/>
          <p:cNvSpPr txBox="1"/>
          <p:nvPr/>
        </p:nvSpPr>
        <p:spPr>
          <a:xfrm>
            <a:off x="8138160" y="5959602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08" name="Text 100"/>
          <p:cNvSpPr txBox="1"/>
          <p:nvPr/>
        </p:nvSpPr>
        <p:spPr>
          <a:xfrm>
            <a:off x="4754879" y="6197346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mind</a:t>
            </a:r>
          </a:p>
        </p:txBody>
      </p:sp>
      <p:sp>
        <p:nvSpPr>
          <p:cNvPr id="209" name="Shape 101"/>
          <p:cNvSpPr/>
          <p:nvPr/>
        </p:nvSpPr>
        <p:spPr>
          <a:xfrm>
            <a:off x="5669279" y="6222491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102"/>
          <p:cNvSpPr/>
          <p:nvPr/>
        </p:nvSpPr>
        <p:spPr>
          <a:xfrm>
            <a:off x="5669279" y="6222491"/>
            <a:ext cx="1426465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03"/>
          <p:cNvSpPr txBox="1"/>
          <p:nvPr/>
        </p:nvSpPr>
        <p:spPr>
          <a:xfrm>
            <a:off x="8138160" y="6197346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12" name="Text 104"/>
          <p:cNvSpPr txBox="1"/>
          <p:nvPr/>
        </p:nvSpPr>
        <p:spPr>
          <a:xfrm>
            <a:off x="4754879" y="6435090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sannyaas</a:t>
            </a:r>
          </a:p>
        </p:txBody>
      </p:sp>
      <p:sp>
        <p:nvSpPr>
          <p:cNvPr id="213" name="Shape 105"/>
          <p:cNvSpPr/>
          <p:nvPr/>
        </p:nvSpPr>
        <p:spPr>
          <a:xfrm>
            <a:off x="5669279" y="6460235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106"/>
          <p:cNvSpPr/>
          <p:nvPr/>
        </p:nvSpPr>
        <p:spPr>
          <a:xfrm>
            <a:off x="5669279" y="6460235"/>
            <a:ext cx="1267969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107"/>
          <p:cNvSpPr txBox="1"/>
          <p:nvPr/>
        </p:nvSpPr>
        <p:spPr>
          <a:xfrm>
            <a:off x="8138160" y="6435090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16" name="Text 108"/>
          <p:cNvSpPr txBox="1"/>
          <p:nvPr/>
        </p:nvSpPr>
        <p:spPr>
          <a:xfrm>
            <a:off x="4754879" y="6672834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fight</a:t>
            </a:r>
          </a:p>
        </p:txBody>
      </p:sp>
      <p:sp>
        <p:nvSpPr>
          <p:cNvPr id="217" name="Shape 109"/>
          <p:cNvSpPr/>
          <p:nvPr/>
        </p:nvSpPr>
        <p:spPr>
          <a:xfrm>
            <a:off x="5669279" y="6697980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110"/>
          <p:cNvSpPr/>
          <p:nvPr/>
        </p:nvSpPr>
        <p:spPr>
          <a:xfrm>
            <a:off x="5669279" y="6697980"/>
            <a:ext cx="1109473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11"/>
          <p:cNvSpPr txBox="1"/>
          <p:nvPr/>
        </p:nvSpPr>
        <p:spPr>
          <a:xfrm>
            <a:off x="8138160" y="6672834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0" name="Text 112"/>
          <p:cNvSpPr txBox="1"/>
          <p:nvPr/>
        </p:nvSpPr>
        <p:spPr>
          <a:xfrm>
            <a:off x="4754879" y="6910577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cannot</a:t>
            </a:r>
          </a:p>
        </p:txBody>
      </p:sp>
      <p:sp>
        <p:nvSpPr>
          <p:cNvPr id="221" name="Shape 113"/>
          <p:cNvSpPr/>
          <p:nvPr/>
        </p:nvSpPr>
        <p:spPr>
          <a:xfrm>
            <a:off x="5669279" y="6935723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114"/>
          <p:cNvSpPr/>
          <p:nvPr/>
        </p:nvSpPr>
        <p:spPr>
          <a:xfrm>
            <a:off x="5669279" y="6935723"/>
            <a:ext cx="1109473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115"/>
          <p:cNvSpPr txBox="1"/>
          <p:nvPr/>
        </p:nvSpPr>
        <p:spPr>
          <a:xfrm>
            <a:off x="8138160" y="6910577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4" name="Text 116"/>
          <p:cNvSpPr txBox="1"/>
          <p:nvPr/>
        </p:nvSpPr>
        <p:spPr>
          <a:xfrm>
            <a:off x="4754879" y="7148322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life</a:t>
            </a:r>
          </a:p>
        </p:txBody>
      </p:sp>
      <p:sp>
        <p:nvSpPr>
          <p:cNvPr id="225" name="Shape 117"/>
          <p:cNvSpPr/>
          <p:nvPr/>
        </p:nvSpPr>
        <p:spPr>
          <a:xfrm>
            <a:off x="5669279" y="7173468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Shape 118"/>
          <p:cNvSpPr/>
          <p:nvPr/>
        </p:nvSpPr>
        <p:spPr>
          <a:xfrm>
            <a:off x="5669279" y="7173468"/>
            <a:ext cx="1109473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119"/>
          <p:cNvSpPr txBox="1"/>
          <p:nvPr/>
        </p:nvSpPr>
        <p:spPr>
          <a:xfrm>
            <a:off x="8138160" y="7148322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8" name="Text 120"/>
          <p:cNvSpPr txBox="1"/>
          <p:nvPr/>
        </p:nvSpPr>
        <p:spPr>
          <a:xfrm>
            <a:off x="4754879" y="7386065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eternal</a:t>
            </a:r>
          </a:p>
        </p:txBody>
      </p:sp>
      <p:sp>
        <p:nvSpPr>
          <p:cNvPr id="229" name="Shape 121"/>
          <p:cNvSpPr/>
          <p:nvPr/>
        </p:nvSpPr>
        <p:spPr>
          <a:xfrm>
            <a:off x="5669279" y="7411211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hape 122"/>
          <p:cNvSpPr/>
          <p:nvPr/>
        </p:nvSpPr>
        <p:spPr>
          <a:xfrm>
            <a:off x="5669279" y="7411211"/>
            <a:ext cx="1109473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23"/>
          <p:cNvSpPr txBox="1"/>
          <p:nvPr/>
        </p:nvSpPr>
        <p:spPr>
          <a:xfrm>
            <a:off x="8138160" y="7386065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2" name="Text 124"/>
          <p:cNvSpPr txBox="1"/>
          <p:nvPr/>
        </p:nvSpPr>
        <p:spPr>
          <a:xfrm>
            <a:off x="4754879" y="7623810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continued</a:t>
            </a:r>
          </a:p>
        </p:txBody>
      </p:sp>
      <p:sp>
        <p:nvSpPr>
          <p:cNvPr id="233" name="Shape 125"/>
          <p:cNvSpPr/>
          <p:nvPr/>
        </p:nvSpPr>
        <p:spPr>
          <a:xfrm>
            <a:off x="5669279" y="7648956"/>
            <a:ext cx="2377441" cy="146305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Shape 126"/>
          <p:cNvSpPr/>
          <p:nvPr/>
        </p:nvSpPr>
        <p:spPr>
          <a:xfrm>
            <a:off x="5669279" y="7648956"/>
            <a:ext cx="950976" cy="146305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27"/>
          <p:cNvSpPr txBox="1"/>
          <p:nvPr/>
        </p:nvSpPr>
        <p:spPr>
          <a:xfrm>
            <a:off x="8138160" y="7623810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6" name="Text 128"/>
          <p:cNvSpPr txBox="1"/>
          <p:nvPr/>
        </p:nvSpPr>
        <p:spPr>
          <a:xfrm>
            <a:off x="4754879" y="7861553"/>
            <a:ext cx="86868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good</a:t>
            </a:r>
          </a:p>
        </p:txBody>
      </p:sp>
      <p:sp>
        <p:nvSpPr>
          <p:cNvPr id="237" name="Shape 129"/>
          <p:cNvSpPr/>
          <p:nvPr/>
        </p:nvSpPr>
        <p:spPr>
          <a:xfrm>
            <a:off x="5669279" y="7886699"/>
            <a:ext cx="2377441" cy="146306"/>
          </a:xfrm>
          <a:prstGeom prst="rect">
            <a:avLst/>
          </a:prstGeom>
          <a:solidFill>
            <a:srgbClr val="13221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30"/>
          <p:cNvSpPr/>
          <p:nvPr/>
        </p:nvSpPr>
        <p:spPr>
          <a:xfrm>
            <a:off x="5669279" y="7886699"/>
            <a:ext cx="950976" cy="146306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31"/>
          <p:cNvSpPr txBox="1"/>
          <p:nvPr/>
        </p:nvSpPr>
        <p:spPr>
          <a:xfrm>
            <a:off x="8138160" y="7861553"/>
            <a:ext cx="274321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40" name="Shape 132"/>
          <p:cNvSpPr/>
          <p:nvPr/>
        </p:nvSpPr>
        <p:spPr>
          <a:xfrm>
            <a:off x="731519" y="8275319"/>
            <a:ext cx="7680961" cy="2468881"/>
          </a:xfrm>
          <a:prstGeom prst="roundRect">
            <a:avLst>
              <a:gd name="adj" fmla="val 2963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33"/>
          <p:cNvSpPr txBox="1"/>
          <p:nvPr/>
        </p:nvSpPr>
        <p:spPr>
          <a:xfrm>
            <a:off x="1097280" y="8562086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42" name="Text 134"/>
          <p:cNvSpPr txBox="1"/>
          <p:nvPr/>
        </p:nvSpPr>
        <p:spPr>
          <a:xfrm>
            <a:off x="1097279" y="886319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False, by vocabulary.</a:t>
            </a:r>
          </a:p>
        </p:txBody>
      </p:sp>
      <p:sp>
        <p:nvSpPr>
          <p:cNvPr id="243" name="Text 135"/>
          <p:cNvSpPr txBox="1"/>
          <p:nvPr/>
        </p:nvSpPr>
        <p:spPr>
          <a:xfrm>
            <a:off x="1097279" y="9404552"/>
            <a:ext cx="6949442" cy="31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Krishna carries 80.6% of the text, so his words are effectively its dominant voice.</a:t>
            </a:r>
          </a:p>
        </p:txBody>
      </p:sp>
      <p:sp>
        <p:nvSpPr>
          <p:cNvPr id="244" name="Text 136"/>
          <p:cNvSpPr txBox="1"/>
          <p:nvPr/>
        </p:nvSpPr>
        <p:spPr>
          <a:xfrm>
            <a:off x="1097279" y="9889183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Not one war word cracks his top 15: no fight, no battle, no enemy.</a:t>
            </a:r>
          </a:p>
        </p:txBody>
      </p:sp>
      <p:sp>
        <p:nvSpPr>
          <p:cNvPr id="245" name="Text 137"/>
          <p:cNvSpPr txBox="1"/>
          <p:nvPr/>
        </p:nvSpPr>
        <p:spPr>
          <a:xfrm>
            <a:off x="1097279" y="10373816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World, mind, actions, soul, nature, knowledge: metaphysics, not a battle cry.</a:t>
            </a:r>
          </a:p>
        </p:txBody>
      </p:sp>
      <p:sp>
        <p:nvSpPr>
          <p:cNvPr id="246" name="Text 138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SPECULATION</a:t>
            </a:r>
          </a:p>
        </p:txBody>
      </p:sp>
      <p:sp>
        <p:nvSpPr>
          <p:cNvPr id="250" name="Text 2"/>
          <p:cNvSpPr txBox="1"/>
          <p:nvPr/>
        </p:nvSpPr>
        <p:spPr>
          <a:xfrm>
            <a:off x="777240" y="2400875"/>
            <a:ext cx="7589520" cy="105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3800"/>
              </a:lnSpc>
              <a:defRPr sz="32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“Chapter 11 is Krishna's scariest, most commanding moment.”</a:t>
            </a:r>
          </a:p>
        </p:txBody>
      </p:sp>
      <p:sp>
        <p:nvSpPr>
          <p:cNvPr id="251" name="Text 3"/>
          <p:cNvSpPr txBox="1"/>
          <p:nvPr/>
        </p:nvSpPr>
        <p:spPr>
          <a:xfrm>
            <a:off x="777240" y="4447968"/>
            <a:ext cx="7589520" cy="61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This is the "Now I am become Death" chapter, Krishna's terrifying cosmic form, the single most famous passage in the whole text.</a:t>
            </a:r>
          </a:p>
        </p:txBody>
      </p:sp>
      <p:sp>
        <p:nvSpPr>
          <p:cNvPr id="252" name="Shape 4"/>
          <p:cNvSpPr/>
          <p:nvPr/>
        </p:nvSpPr>
        <p:spPr>
          <a:xfrm>
            <a:off x="731519" y="5577840"/>
            <a:ext cx="7680961" cy="2286001"/>
          </a:xfrm>
          <a:prstGeom prst="roundRect">
            <a:avLst>
              <a:gd name="adj" fmla="val 3200"/>
            </a:avLst>
          </a:prstGeom>
          <a:solidFill>
            <a:srgbClr val="271B10"/>
          </a:solidFill>
          <a:ln w="12700">
            <a:solidFill>
              <a:srgbClr val="4330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5"/>
          <p:cNvSpPr txBox="1"/>
          <p:nvPr/>
        </p:nvSpPr>
        <p:spPr>
          <a:xfrm>
            <a:off x="1097280" y="5896609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SOURCE / VERIFIED LIVE LINK</a:t>
            </a:r>
          </a:p>
        </p:txBody>
      </p:sp>
      <p:sp>
        <p:nvSpPr>
          <p:cNvPr id="254" name="Text 6"/>
          <p:cNvSpPr txBox="1"/>
          <p:nvPr/>
        </p:nvSpPr>
        <p:spPr>
          <a:xfrm>
            <a:off x="1097279" y="6506779"/>
            <a:ext cx="6949442" cy="61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“This quotation introduced millions in the West to Krishna's most terrifying self-revelation.”</a:t>
            </a:r>
          </a:p>
        </p:txBody>
      </p:sp>
      <p:sp>
        <p:nvSpPr>
          <p:cNvPr id="255" name="Text 7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1097279" y="7421879"/>
            <a:ext cx="6949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5A83D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srimadgita.com/blog/verse-1133-time-destroyer →</a:t>
            </a:r>
          </a:p>
        </p:txBody>
      </p:sp>
      <p:sp>
        <p:nvSpPr>
          <p:cNvPr id="256" name="Text 8"/>
          <p:cNvSpPr txBox="1"/>
          <p:nvPr/>
        </p:nvSpPr>
        <p:spPr>
          <a:xfrm>
            <a:off x="777240" y="8255569"/>
            <a:ext cx="7589520" cy="588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Oppenheimer quoted this exact chapter after Trinity. If any moment defines Krishna as overwhelming, it's this one.</a:t>
            </a:r>
          </a:p>
        </p:txBody>
      </p:sp>
      <p:sp>
        <p:nvSpPr>
          <p:cNvPr id="257" name="Text 9"/>
          <p:cNvSpPr txBox="1"/>
          <p:nvPr/>
        </p:nvSpPr>
        <p:spPr>
          <a:xfrm>
            <a:off x="777240" y="959738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5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↓  WHAT DOES THE DATA SAY?</a:t>
            </a:r>
          </a:p>
        </p:txBody>
      </p:sp>
      <p:sp>
        <p:nvSpPr>
          <p:cNvPr id="258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262" name="Text 2"/>
          <p:cNvSpPr txBox="1"/>
          <p:nvPr/>
        </p:nvSpPr>
        <p:spPr>
          <a:xfrm>
            <a:off x="777240" y="1830216"/>
            <a:ext cx="7589520" cy="362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actually peaks in his most terrifying chapter.</a:t>
            </a:r>
          </a:p>
        </p:txBody>
      </p:sp>
      <p:sp>
        <p:nvSpPr>
          <p:cNvPr id="263" name="Text 3"/>
          <p:cNvSpPr txBox="1"/>
          <p:nvPr/>
        </p:nvSpPr>
        <p:spPr>
          <a:xfrm>
            <a:off x="777239" y="281051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KRISHNA'S EMOTIONAL ARC / REAL VALUES FROM YOUR NOTEBOOK</a:t>
            </a:r>
          </a:p>
        </p:txBody>
      </p:sp>
      <p:sp>
        <p:nvSpPr>
          <p:cNvPr id="264" name="Text 4"/>
          <p:cNvSpPr txBox="1"/>
          <p:nvPr/>
        </p:nvSpPr>
        <p:spPr>
          <a:xfrm>
            <a:off x="1828799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5" name="Text 5"/>
          <p:cNvSpPr txBox="1"/>
          <p:nvPr/>
        </p:nvSpPr>
        <p:spPr>
          <a:xfrm>
            <a:off x="2218765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6" name="Text 6"/>
          <p:cNvSpPr txBox="1"/>
          <p:nvPr/>
        </p:nvSpPr>
        <p:spPr>
          <a:xfrm>
            <a:off x="2608729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7" name="Text 7"/>
          <p:cNvSpPr txBox="1"/>
          <p:nvPr/>
        </p:nvSpPr>
        <p:spPr>
          <a:xfrm>
            <a:off x="2998694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8" name="Text 8"/>
          <p:cNvSpPr txBox="1"/>
          <p:nvPr/>
        </p:nvSpPr>
        <p:spPr>
          <a:xfrm>
            <a:off x="3388658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9" name="Text 9"/>
          <p:cNvSpPr txBox="1"/>
          <p:nvPr/>
        </p:nvSpPr>
        <p:spPr>
          <a:xfrm>
            <a:off x="3778623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70" name="Text 10"/>
          <p:cNvSpPr txBox="1"/>
          <p:nvPr/>
        </p:nvSpPr>
        <p:spPr>
          <a:xfrm>
            <a:off x="4168588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71" name="Text 11"/>
          <p:cNvSpPr txBox="1"/>
          <p:nvPr/>
        </p:nvSpPr>
        <p:spPr>
          <a:xfrm>
            <a:off x="4558553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72" name="Text 12"/>
          <p:cNvSpPr txBox="1"/>
          <p:nvPr/>
        </p:nvSpPr>
        <p:spPr>
          <a:xfrm>
            <a:off x="4948518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73" name="Text 13"/>
          <p:cNvSpPr txBox="1"/>
          <p:nvPr/>
        </p:nvSpPr>
        <p:spPr>
          <a:xfrm>
            <a:off x="5338481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74" name="Text 14"/>
          <p:cNvSpPr txBox="1"/>
          <p:nvPr/>
        </p:nvSpPr>
        <p:spPr>
          <a:xfrm>
            <a:off x="5728447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75" name="Text 15"/>
          <p:cNvSpPr txBox="1"/>
          <p:nvPr/>
        </p:nvSpPr>
        <p:spPr>
          <a:xfrm>
            <a:off x="6118412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76" name="Text 16"/>
          <p:cNvSpPr txBox="1"/>
          <p:nvPr/>
        </p:nvSpPr>
        <p:spPr>
          <a:xfrm>
            <a:off x="6508375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77" name="Text 17"/>
          <p:cNvSpPr txBox="1"/>
          <p:nvPr/>
        </p:nvSpPr>
        <p:spPr>
          <a:xfrm>
            <a:off x="6898341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78" name="Text 18"/>
          <p:cNvSpPr txBox="1"/>
          <p:nvPr/>
        </p:nvSpPr>
        <p:spPr>
          <a:xfrm>
            <a:off x="7288305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79" name="Text 19"/>
          <p:cNvSpPr txBox="1"/>
          <p:nvPr/>
        </p:nvSpPr>
        <p:spPr>
          <a:xfrm>
            <a:off x="7678271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80" name="Text 20"/>
          <p:cNvSpPr txBox="1"/>
          <p:nvPr/>
        </p:nvSpPr>
        <p:spPr>
          <a:xfrm>
            <a:off x="8068234" y="3119374"/>
            <a:ext cx="298526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81" name="Text 21"/>
          <p:cNvSpPr txBox="1"/>
          <p:nvPr/>
        </p:nvSpPr>
        <p:spPr>
          <a:xfrm>
            <a:off x="777239" y="3432809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approval</a:t>
            </a:r>
          </a:p>
        </p:txBody>
      </p:sp>
      <p:sp>
        <p:nvSpPr>
          <p:cNvPr id="282" name="Shape 22"/>
          <p:cNvSpPr/>
          <p:nvPr/>
        </p:nvSpPr>
        <p:spPr>
          <a:xfrm>
            <a:off x="1783079" y="3337559"/>
            <a:ext cx="371678" cy="377953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23"/>
          <p:cNvSpPr txBox="1"/>
          <p:nvPr/>
        </p:nvSpPr>
        <p:spPr>
          <a:xfrm>
            <a:off x="1828799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284" name="Shape 24"/>
          <p:cNvSpPr/>
          <p:nvPr/>
        </p:nvSpPr>
        <p:spPr>
          <a:xfrm>
            <a:off x="2173045" y="3337559"/>
            <a:ext cx="371678" cy="377953"/>
          </a:xfrm>
          <a:prstGeom prst="rect">
            <a:avLst/>
          </a:prstGeom>
          <a:solidFill>
            <a:srgbClr val="75542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25"/>
          <p:cNvSpPr txBox="1"/>
          <p:nvPr/>
        </p:nvSpPr>
        <p:spPr>
          <a:xfrm>
            <a:off x="2218765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.15</a:t>
            </a:r>
          </a:p>
        </p:txBody>
      </p:sp>
      <p:sp>
        <p:nvSpPr>
          <p:cNvPr id="286" name="Shape 26"/>
          <p:cNvSpPr/>
          <p:nvPr/>
        </p:nvSpPr>
        <p:spPr>
          <a:xfrm>
            <a:off x="2563009" y="3337559"/>
            <a:ext cx="371678" cy="377953"/>
          </a:xfrm>
          <a:prstGeom prst="rect">
            <a:avLst/>
          </a:prstGeom>
          <a:solidFill>
            <a:srgbClr val="75542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27"/>
          <p:cNvSpPr txBox="1"/>
          <p:nvPr/>
        </p:nvSpPr>
        <p:spPr>
          <a:xfrm>
            <a:off x="2608729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.15</a:t>
            </a:r>
          </a:p>
        </p:txBody>
      </p:sp>
      <p:sp>
        <p:nvSpPr>
          <p:cNvPr id="288" name="Shape 28"/>
          <p:cNvSpPr/>
          <p:nvPr/>
        </p:nvSpPr>
        <p:spPr>
          <a:xfrm>
            <a:off x="2952974" y="3337559"/>
            <a:ext cx="371678" cy="377953"/>
          </a:xfrm>
          <a:prstGeom prst="rect">
            <a:avLst/>
          </a:prstGeom>
          <a:solidFill>
            <a:srgbClr val="9A6C2C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29"/>
          <p:cNvSpPr txBox="1"/>
          <p:nvPr/>
        </p:nvSpPr>
        <p:spPr>
          <a:xfrm>
            <a:off x="2998694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.17</a:t>
            </a:r>
          </a:p>
        </p:txBody>
      </p:sp>
      <p:sp>
        <p:nvSpPr>
          <p:cNvPr id="290" name="Shape 30"/>
          <p:cNvSpPr/>
          <p:nvPr/>
        </p:nvSpPr>
        <p:spPr>
          <a:xfrm>
            <a:off x="3342938" y="3337559"/>
            <a:ext cx="371678" cy="377953"/>
          </a:xfrm>
          <a:prstGeom prst="rect">
            <a:avLst/>
          </a:prstGeom>
          <a:solidFill>
            <a:srgbClr val="E39C3A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31"/>
          <p:cNvSpPr txBox="1"/>
          <p:nvPr/>
        </p:nvSpPr>
        <p:spPr>
          <a:xfrm>
            <a:off x="3388658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.21</a:t>
            </a:r>
          </a:p>
        </p:txBody>
      </p:sp>
      <p:sp>
        <p:nvSpPr>
          <p:cNvPr id="292" name="Shape 32"/>
          <p:cNvSpPr/>
          <p:nvPr/>
        </p:nvSpPr>
        <p:spPr>
          <a:xfrm>
            <a:off x="3732903" y="3337559"/>
            <a:ext cx="371678" cy="377953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33"/>
          <p:cNvSpPr txBox="1"/>
          <p:nvPr/>
        </p:nvSpPr>
        <p:spPr>
          <a:xfrm>
            <a:off x="3778623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294" name="Shape 34"/>
          <p:cNvSpPr/>
          <p:nvPr/>
        </p:nvSpPr>
        <p:spPr>
          <a:xfrm>
            <a:off x="4122868" y="3337559"/>
            <a:ext cx="371678" cy="377953"/>
          </a:xfrm>
          <a:prstGeom prst="rect">
            <a:avLst/>
          </a:prstGeom>
          <a:solidFill>
            <a:srgbClr val="3E301B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35"/>
          <p:cNvSpPr txBox="1"/>
          <p:nvPr/>
        </p:nvSpPr>
        <p:spPr>
          <a:xfrm>
            <a:off x="4168588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.12</a:t>
            </a:r>
          </a:p>
        </p:txBody>
      </p:sp>
      <p:sp>
        <p:nvSpPr>
          <p:cNvPr id="296" name="Shape 36"/>
          <p:cNvSpPr/>
          <p:nvPr/>
        </p:nvSpPr>
        <p:spPr>
          <a:xfrm>
            <a:off x="4512833" y="3337559"/>
            <a:ext cx="371678" cy="377953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37"/>
          <p:cNvSpPr txBox="1"/>
          <p:nvPr/>
        </p:nvSpPr>
        <p:spPr>
          <a:xfrm>
            <a:off x="4558553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.18</a:t>
            </a:r>
          </a:p>
        </p:txBody>
      </p:sp>
      <p:sp>
        <p:nvSpPr>
          <p:cNvPr id="298" name="Shape 38"/>
          <p:cNvSpPr/>
          <p:nvPr/>
        </p:nvSpPr>
        <p:spPr>
          <a:xfrm>
            <a:off x="4902798" y="3337559"/>
            <a:ext cx="371678" cy="377953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39"/>
          <p:cNvSpPr txBox="1"/>
          <p:nvPr/>
        </p:nvSpPr>
        <p:spPr>
          <a:xfrm>
            <a:off x="4948518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300" name="Shape 40"/>
          <p:cNvSpPr/>
          <p:nvPr/>
        </p:nvSpPr>
        <p:spPr>
          <a:xfrm>
            <a:off x="5292761" y="3337559"/>
            <a:ext cx="371678" cy="377953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41"/>
          <p:cNvSpPr txBox="1"/>
          <p:nvPr/>
        </p:nvSpPr>
        <p:spPr>
          <a:xfrm>
            <a:off x="5338481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302" name="Shape 42"/>
          <p:cNvSpPr/>
          <p:nvPr/>
        </p:nvSpPr>
        <p:spPr>
          <a:xfrm>
            <a:off x="5682727" y="3337559"/>
            <a:ext cx="371678" cy="377953"/>
          </a:xfrm>
          <a:prstGeom prst="rect">
            <a:avLst/>
          </a:prstGeom>
          <a:solidFill>
            <a:srgbClr val="876029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43"/>
          <p:cNvSpPr txBox="1"/>
          <p:nvPr/>
        </p:nvSpPr>
        <p:spPr>
          <a:xfrm>
            <a:off x="5728447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.16</a:t>
            </a:r>
          </a:p>
        </p:txBody>
      </p:sp>
      <p:sp>
        <p:nvSpPr>
          <p:cNvPr id="304" name="Shape 44"/>
          <p:cNvSpPr/>
          <p:nvPr/>
        </p:nvSpPr>
        <p:spPr>
          <a:xfrm>
            <a:off x="6072692" y="3337559"/>
            <a:ext cx="371678" cy="377953"/>
          </a:xfrm>
          <a:prstGeom prst="rect">
            <a:avLst/>
          </a:prstGeom>
          <a:solidFill>
            <a:srgbClr val="3E301B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45"/>
          <p:cNvSpPr txBox="1"/>
          <p:nvPr/>
        </p:nvSpPr>
        <p:spPr>
          <a:xfrm>
            <a:off x="6118412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.12</a:t>
            </a:r>
          </a:p>
        </p:txBody>
      </p:sp>
      <p:sp>
        <p:nvSpPr>
          <p:cNvPr id="306" name="Shape 46"/>
          <p:cNvSpPr/>
          <p:nvPr/>
        </p:nvSpPr>
        <p:spPr>
          <a:xfrm>
            <a:off x="6462655" y="3337559"/>
            <a:ext cx="371678" cy="377953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47"/>
          <p:cNvSpPr txBox="1"/>
          <p:nvPr/>
        </p:nvSpPr>
        <p:spPr>
          <a:xfrm>
            <a:off x="6508375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308" name="Shape 48"/>
          <p:cNvSpPr/>
          <p:nvPr/>
        </p:nvSpPr>
        <p:spPr>
          <a:xfrm>
            <a:off x="6852621" y="3337559"/>
            <a:ext cx="371678" cy="377953"/>
          </a:xfrm>
          <a:prstGeom prst="rect">
            <a:avLst/>
          </a:prstGeom>
          <a:solidFill>
            <a:srgbClr val="9A6C2C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49"/>
          <p:cNvSpPr txBox="1"/>
          <p:nvPr/>
        </p:nvSpPr>
        <p:spPr>
          <a:xfrm>
            <a:off x="6898341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.17</a:t>
            </a:r>
          </a:p>
        </p:txBody>
      </p:sp>
      <p:sp>
        <p:nvSpPr>
          <p:cNvPr id="310" name="Shape 50"/>
          <p:cNvSpPr/>
          <p:nvPr/>
        </p:nvSpPr>
        <p:spPr>
          <a:xfrm>
            <a:off x="7242585" y="3337559"/>
            <a:ext cx="371678" cy="377953"/>
          </a:xfrm>
          <a:prstGeom prst="rect">
            <a:avLst/>
          </a:prstGeom>
          <a:solidFill>
            <a:srgbClr val="63482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51"/>
          <p:cNvSpPr txBox="1"/>
          <p:nvPr/>
        </p:nvSpPr>
        <p:spPr>
          <a:xfrm>
            <a:off x="7288305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.14</a:t>
            </a:r>
          </a:p>
        </p:txBody>
      </p:sp>
      <p:sp>
        <p:nvSpPr>
          <p:cNvPr id="312" name="Shape 52"/>
          <p:cNvSpPr/>
          <p:nvPr/>
        </p:nvSpPr>
        <p:spPr>
          <a:xfrm>
            <a:off x="7632551" y="3337559"/>
            <a:ext cx="371678" cy="37795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53"/>
          <p:cNvSpPr txBox="1"/>
          <p:nvPr/>
        </p:nvSpPr>
        <p:spPr>
          <a:xfrm>
            <a:off x="7678271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.22</a:t>
            </a:r>
          </a:p>
        </p:txBody>
      </p:sp>
      <p:sp>
        <p:nvSpPr>
          <p:cNvPr id="314" name="Shape 54"/>
          <p:cNvSpPr/>
          <p:nvPr/>
        </p:nvSpPr>
        <p:spPr>
          <a:xfrm>
            <a:off x="8022514" y="3337559"/>
            <a:ext cx="371678" cy="377953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55"/>
          <p:cNvSpPr txBox="1"/>
          <p:nvPr/>
        </p:nvSpPr>
        <p:spPr>
          <a:xfrm>
            <a:off x="8068234" y="34363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.18</a:t>
            </a:r>
          </a:p>
        </p:txBody>
      </p:sp>
      <p:sp>
        <p:nvSpPr>
          <p:cNvPr id="316" name="Text 56"/>
          <p:cNvSpPr txBox="1"/>
          <p:nvPr/>
        </p:nvSpPr>
        <p:spPr>
          <a:xfrm>
            <a:off x="777239" y="382905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admiration</a:t>
            </a:r>
          </a:p>
        </p:txBody>
      </p:sp>
      <p:sp>
        <p:nvSpPr>
          <p:cNvPr id="317" name="Shape 57"/>
          <p:cNvSpPr/>
          <p:nvPr/>
        </p:nvSpPr>
        <p:spPr>
          <a:xfrm>
            <a:off x="1783079" y="3733799"/>
            <a:ext cx="371678" cy="377954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58"/>
          <p:cNvSpPr txBox="1"/>
          <p:nvPr/>
        </p:nvSpPr>
        <p:spPr>
          <a:xfrm>
            <a:off x="1828799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319" name="Shape 59"/>
          <p:cNvSpPr/>
          <p:nvPr/>
        </p:nvSpPr>
        <p:spPr>
          <a:xfrm>
            <a:off x="2173045" y="3733799"/>
            <a:ext cx="371678" cy="377954"/>
          </a:xfrm>
          <a:prstGeom prst="rect">
            <a:avLst/>
          </a:prstGeom>
          <a:solidFill>
            <a:srgbClr val="251F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60"/>
          <p:cNvSpPr txBox="1"/>
          <p:nvPr/>
        </p:nvSpPr>
        <p:spPr>
          <a:xfrm>
            <a:off x="2218765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321" name="Shape 61"/>
          <p:cNvSpPr/>
          <p:nvPr/>
        </p:nvSpPr>
        <p:spPr>
          <a:xfrm>
            <a:off x="2563009" y="3733799"/>
            <a:ext cx="371678" cy="377954"/>
          </a:xfrm>
          <a:prstGeom prst="rect">
            <a:avLst/>
          </a:prstGeom>
          <a:solidFill>
            <a:srgbClr val="261F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62"/>
          <p:cNvSpPr txBox="1"/>
          <p:nvPr/>
        </p:nvSpPr>
        <p:spPr>
          <a:xfrm>
            <a:off x="2608729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323" name="Shape 63"/>
          <p:cNvSpPr/>
          <p:nvPr/>
        </p:nvSpPr>
        <p:spPr>
          <a:xfrm>
            <a:off x="2952974" y="3733799"/>
            <a:ext cx="371678" cy="377954"/>
          </a:xfrm>
          <a:prstGeom prst="rect">
            <a:avLst/>
          </a:prstGeom>
          <a:solidFill>
            <a:srgbClr val="2A23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64"/>
          <p:cNvSpPr txBox="1"/>
          <p:nvPr/>
        </p:nvSpPr>
        <p:spPr>
          <a:xfrm>
            <a:off x="2998694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325" name="Shape 65"/>
          <p:cNvSpPr/>
          <p:nvPr/>
        </p:nvSpPr>
        <p:spPr>
          <a:xfrm>
            <a:off x="3342938" y="3733799"/>
            <a:ext cx="371678" cy="377954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66"/>
          <p:cNvSpPr txBox="1"/>
          <p:nvPr/>
        </p:nvSpPr>
        <p:spPr>
          <a:xfrm>
            <a:off x="3388658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327" name="Shape 67"/>
          <p:cNvSpPr/>
          <p:nvPr/>
        </p:nvSpPr>
        <p:spPr>
          <a:xfrm>
            <a:off x="3732903" y="3733799"/>
            <a:ext cx="371678" cy="377954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68"/>
          <p:cNvSpPr txBox="1"/>
          <p:nvPr/>
        </p:nvSpPr>
        <p:spPr>
          <a:xfrm>
            <a:off x="3778623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329" name="Shape 69"/>
          <p:cNvSpPr/>
          <p:nvPr/>
        </p:nvSpPr>
        <p:spPr>
          <a:xfrm>
            <a:off x="4122868" y="3733799"/>
            <a:ext cx="371678" cy="377954"/>
          </a:xfrm>
          <a:prstGeom prst="rect">
            <a:avLst/>
          </a:prstGeom>
          <a:solidFill>
            <a:srgbClr val="22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70"/>
          <p:cNvSpPr txBox="1"/>
          <p:nvPr/>
        </p:nvSpPr>
        <p:spPr>
          <a:xfrm>
            <a:off x="4168588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331" name="Shape 71"/>
          <p:cNvSpPr/>
          <p:nvPr/>
        </p:nvSpPr>
        <p:spPr>
          <a:xfrm>
            <a:off x="4512833" y="3733799"/>
            <a:ext cx="371678" cy="377954"/>
          </a:xfrm>
          <a:prstGeom prst="rect">
            <a:avLst/>
          </a:prstGeom>
          <a:solidFill>
            <a:srgbClr val="261F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72"/>
          <p:cNvSpPr txBox="1"/>
          <p:nvPr/>
        </p:nvSpPr>
        <p:spPr>
          <a:xfrm>
            <a:off x="4558553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333" name="Shape 73"/>
          <p:cNvSpPr/>
          <p:nvPr/>
        </p:nvSpPr>
        <p:spPr>
          <a:xfrm>
            <a:off x="4902798" y="3733799"/>
            <a:ext cx="371678" cy="377954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74"/>
          <p:cNvSpPr txBox="1"/>
          <p:nvPr/>
        </p:nvSpPr>
        <p:spPr>
          <a:xfrm>
            <a:off x="4948518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.18</a:t>
            </a:r>
          </a:p>
        </p:txBody>
      </p:sp>
      <p:sp>
        <p:nvSpPr>
          <p:cNvPr id="335" name="Shape 75"/>
          <p:cNvSpPr/>
          <p:nvPr/>
        </p:nvSpPr>
        <p:spPr>
          <a:xfrm>
            <a:off x="5292761" y="3733799"/>
            <a:ext cx="371678" cy="377954"/>
          </a:xfrm>
          <a:prstGeom prst="rect">
            <a:avLst/>
          </a:prstGeom>
          <a:solidFill>
            <a:srgbClr val="24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76"/>
          <p:cNvSpPr txBox="1"/>
          <p:nvPr/>
        </p:nvSpPr>
        <p:spPr>
          <a:xfrm>
            <a:off x="5338481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337" name="Shape 77"/>
          <p:cNvSpPr/>
          <p:nvPr/>
        </p:nvSpPr>
        <p:spPr>
          <a:xfrm>
            <a:off x="5682727" y="3733799"/>
            <a:ext cx="371678" cy="377954"/>
          </a:xfrm>
          <a:prstGeom prst="rect">
            <a:avLst/>
          </a:prstGeom>
          <a:solidFill>
            <a:srgbClr val="2922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78"/>
          <p:cNvSpPr txBox="1"/>
          <p:nvPr/>
        </p:nvSpPr>
        <p:spPr>
          <a:xfrm>
            <a:off x="5728447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.09</a:t>
            </a:r>
          </a:p>
        </p:txBody>
      </p:sp>
      <p:sp>
        <p:nvSpPr>
          <p:cNvPr id="339" name="Shape 79"/>
          <p:cNvSpPr/>
          <p:nvPr/>
        </p:nvSpPr>
        <p:spPr>
          <a:xfrm>
            <a:off x="6072692" y="3733799"/>
            <a:ext cx="371678" cy="377954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80"/>
          <p:cNvSpPr txBox="1"/>
          <p:nvPr/>
        </p:nvSpPr>
        <p:spPr>
          <a:xfrm>
            <a:off x="6118412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341" name="Shape 81"/>
          <p:cNvSpPr/>
          <p:nvPr/>
        </p:nvSpPr>
        <p:spPr>
          <a:xfrm>
            <a:off x="6462655" y="3733799"/>
            <a:ext cx="371678" cy="377954"/>
          </a:xfrm>
          <a:prstGeom prst="rect">
            <a:avLst/>
          </a:prstGeom>
          <a:solidFill>
            <a:srgbClr val="2A22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82"/>
          <p:cNvSpPr txBox="1"/>
          <p:nvPr/>
        </p:nvSpPr>
        <p:spPr>
          <a:xfrm>
            <a:off x="6508375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343" name="Shape 83"/>
          <p:cNvSpPr/>
          <p:nvPr/>
        </p:nvSpPr>
        <p:spPr>
          <a:xfrm>
            <a:off x="6852621" y="3733799"/>
            <a:ext cx="371678" cy="377954"/>
          </a:xfrm>
          <a:prstGeom prst="rect">
            <a:avLst/>
          </a:prstGeom>
          <a:solidFill>
            <a:srgbClr val="876029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84"/>
          <p:cNvSpPr txBox="1"/>
          <p:nvPr/>
        </p:nvSpPr>
        <p:spPr>
          <a:xfrm>
            <a:off x="6898341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.16</a:t>
            </a:r>
          </a:p>
        </p:txBody>
      </p:sp>
      <p:sp>
        <p:nvSpPr>
          <p:cNvPr id="345" name="Shape 85"/>
          <p:cNvSpPr/>
          <p:nvPr/>
        </p:nvSpPr>
        <p:spPr>
          <a:xfrm>
            <a:off x="7242585" y="3733799"/>
            <a:ext cx="371678" cy="377954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86"/>
          <p:cNvSpPr txBox="1"/>
          <p:nvPr/>
        </p:nvSpPr>
        <p:spPr>
          <a:xfrm>
            <a:off x="7288305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347" name="Shape 87"/>
          <p:cNvSpPr/>
          <p:nvPr/>
        </p:nvSpPr>
        <p:spPr>
          <a:xfrm>
            <a:off x="7632551" y="3733799"/>
            <a:ext cx="371678" cy="377954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88"/>
          <p:cNvSpPr txBox="1"/>
          <p:nvPr/>
        </p:nvSpPr>
        <p:spPr>
          <a:xfrm>
            <a:off x="7678271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349" name="Shape 89"/>
          <p:cNvSpPr/>
          <p:nvPr/>
        </p:nvSpPr>
        <p:spPr>
          <a:xfrm>
            <a:off x="8022514" y="3733799"/>
            <a:ext cx="371678" cy="377954"/>
          </a:xfrm>
          <a:prstGeom prst="rect">
            <a:avLst/>
          </a:prstGeom>
          <a:solidFill>
            <a:srgbClr val="2A23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90"/>
          <p:cNvSpPr txBox="1"/>
          <p:nvPr/>
        </p:nvSpPr>
        <p:spPr>
          <a:xfrm>
            <a:off x="8068234" y="38326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351" name="Text 91"/>
          <p:cNvSpPr txBox="1"/>
          <p:nvPr/>
        </p:nvSpPr>
        <p:spPr>
          <a:xfrm>
            <a:off x="777239" y="422529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caring</a:t>
            </a:r>
          </a:p>
        </p:txBody>
      </p:sp>
      <p:sp>
        <p:nvSpPr>
          <p:cNvPr id="352" name="Shape 92"/>
          <p:cNvSpPr/>
          <p:nvPr/>
        </p:nvSpPr>
        <p:spPr>
          <a:xfrm>
            <a:off x="1783079" y="4130040"/>
            <a:ext cx="371678" cy="377953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 93"/>
          <p:cNvSpPr txBox="1"/>
          <p:nvPr/>
        </p:nvSpPr>
        <p:spPr>
          <a:xfrm>
            <a:off x="1828799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354" name="Shape 94"/>
          <p:cNvSpPr/>
          <p:nvPr/>
        </p:nvSpPr>
        <p:spPr>
          <a:xfrm>
            <a:off x="2173045" y="4130040"/>
            <a:ext cx="371678" cy="377953"/>
          </a:xfrm>
          <a:prstGeom prst="rect">
            <a:avLst/>
          </a:prstGeom>
          <a:solidFill>
            <a:srgbClr val="221C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95"/>
          <p:cNvSpPr txBox="1"/>
          <p:nvPr/>
        </p:nvSpPr>
        <p:spPr>
          <a:xfrm>
            <a:off x="2218765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356" name="Shape 96"/>
          <p:cNvSpPr/>
          <p:nvPr/>
        </p:nvSpPr>
        <p:spPr>
          <a:xfrm>
            <a:off x="2563009" y="4130040"/>
            <a:ext cx="371678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Text 97"/>
          <p:cNvSpPr txBox="1"/>
          <p:nvPr/>
        </p:nvSpPr>
        <p:spPr>
          <a:xfrm>
            <a:off x="2608729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358" name="Shape 98"/>
          <p:cNvSpPr/>
          <p:nvPr/>
        </p:nvSpPr>
        <p:spPr>
          <a:xfrm>
            <a:off x="2952974" y="4130040"/>
            <a:ext cx="371678" cy="377953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99"/>
          <p:cNvSpPr txBox="1"/>
          <p:nvPr/>
        </p:nvSpPr>
        <p:spPr>
          <a:xfrm>
            <a:off x="2998694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360" name="Shape 100"/>
          <p:cNvSpPr/>
          <p:nvPr/>
        </p:nvSpPr>
        <p:spPr>
          <a:xfrm>
            <a:off x="3342938" y="4130040"/>
            <a:ext cx="371678" cy="377953"/>
          </a:xfrm>
          <a:prstGeom prst="rect">
            <a:avLst/>
          </a:prstGeom>
          <a:solidFill>
            <a:srgbClr val="22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101"/>
          <p:cNvSpPr txBox="1"/>
          <p:nvPr/>
        </p:nvSpPr>
        <p:spPr>
          <a:xfrm>
            <a:off x="3388658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362" name="Shape 102"/>
          <p:cNvSpPr/>
          <p:nvPr/>
        </p:nvSpPr>
        <p:spPr>
          <a:xfrm>
            <a:off x="3732903" y="4130040"/>
            <a:ext cx="371678" cy="377953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103"/>
          <p:cNvSpPr txBox="1"/>
          <p:nvPr/>
        </p:nvSpPr>
        <p:spPr>
          <a:xfrm>
            <a:off x="3778623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364" name="Shape 104"/>
          <p:cNvSpPr/>
          <p:nvPr/>
        </p:nvSpPr>
        <p:spPr>
          <a:xfrm>
            <a:off x="4122868" y="4130040"/>
            <a:ext cx="371678" cy="377953"/>
          </a:xfrm>
          <a:prstGeom prst="rect">
            <a:avLst/>
          </a:prstGeom>
          <a:solidFill>
            <a:srgbClr val="282116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105"/>
          <p:cNvSpPr txBox="1"/>
          <p:nvPr/>
        </p:nvSpPr>
        <p:spPr>
          <a:xfrm>
            <a:off x="4168588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.09</a:t>
            </a:r>
          </a:p>
        </p:txBody>
      </p:sp>
      <p:sp>
        <p:nvSpPr>
          <p:cNvPr id="366" name="Shape 106"/>
          <p:cNvSpPr/>
          <p:nvPr/>
        </p:nvSpPr>
        <p:spPr>
          <a:xfrm>
            <a:off x="4512833" y="4130040"/>
            <a:ext cx="371678" cy="377953"/>
          </a:xfrm>
          <a:prstGeom prst="rect">
            <a:avLst/>
          </a:prstGeom>
          <a:solidFill>
            <a:srgbClr val="3E301B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Text 107"/>
          <p:cNvSpPr txBox="1"/>
          <p:nvPr/>
        </p:nvSpPr>
        <p:spPr>
          <a:xfrm>
            <a:off x="4558553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.12</a:t>
            </a:r>
          </a:p>
        </p:txBody>
      </p:sp>
      <p:sp>
        <p:nvSpPr>
          <p:cNvPr id="368" name="Shape 108"/>
          <p:cNvSpPr/>
          <p:nvPr/>
        </p:nvSpPr>
        <p:spPr>
          <a:xfrm>
            <a:off x="4902798" y="4130040"/>
            <a:ext cx="371678" cy="377953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Text 109"/>
          <p:cNvSpPr txBox="1"/>
          <p:nvPr/>
        </p:nvSpPr>
        <p:spPr>
          <a:xfrm>
            <a:off x="4948518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370" name="Shape 110"/>
          <p:cNvSpPr/>
          <p:nvPr/>
        </p:nvSpPr>
        <p:spPr>
          <a:xfrm>
            <a:off x="5292761" y="4130040"/>
            <a:ext cx="371678" cy="377953"/>
          </a:xfrm>
          <a:prstGeom prst="rect">
            <a:avLst/>
          </a:prstGeom>
          <a:solidFill>
            <a:srgbClr val="AC783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Text 111"/>
          <p:cNvSpPr txBox="1"/>
          <p:nvPr/>
        </p:nvSpPr>
        <p:spPr>
          <a:xfrm>
            <a:off x="5338481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.18</a:t>
            </a:r>
          </a:p>
        </p:txBody>
      </p:sp>
      <p:sp>
        <p:nvSpPr>
          <p:cNvPr id="372" name="Shape 112"/>
          <p:cNvSpPr/>
          <p:nvPr/>
        </p:nvSpPr>
        <p:spPr>
          <a:xfrm>
            <a:off x="5682727" y="4130040"/>
            <a:ext cx="371678" cy="377953"/>
          </a:xfrm>
          <a:prstGeom prst="rect">
            <a:avLst/>
          </a:prstGeom>
          <a:solidFill>
            <a:srgbClr val="75542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113"/>
          <p:cNvSpPr txBox="1"/>
          <p:nvPr/>
        </p:nvSpPr>
        <p:spPr>
          <a:xfrm>
            <a:off x="5728447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.15</a:t>
            </a:r>
          </a:p>
        </p:txBody>
      </p:sp>
      <p:sp>
        <p:nvSpPr>
          <p:cNvPr id="374" name="Shape 114"/>
          <p:cNvSpPr/>
          <p:nvPr/>
        </p:nvSpPr>
        <p:spPr>
          <a:xfrm>
            <a:off x="6072692" y="413004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115"/>
          <p:cNvSpPr txBox="1"/>
          <p:nvPr/>
        </p:nvSpPr>
        <p:spPr>
          <a:xfrm>
            <a:off x="6118412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376" name="Shape 116"/>
          <p:cNvSpPr/>
          <p:nvPr/>
        </p:nvSpPr>
        <p:spPr>
          <a:xfrm>
            <a:off x="6462655" y="413004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Text 117"/>
          <p:cNvSpPr txBox="1"/>
          <p:nvPr/>
        </p:nvSpPr>
        <p:spPr>
          <a:xfrm>
            <a:off x="6508375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378" name="Shape 118"/>
          <p:cNvSpPr/>
          <p:nvPr/>
        </p:nvSpPr>
        <p:spPr>
          <a:xfrm>
            <a:off x="6852621" y="4130040"/>
            <a:ext cx="371678" cy="377953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119"/>
          <p:cNvSpPr txBox="1"/>
          <p:nvPr/>
        </p:nvSpPr>
        <p:spPr>
          <a:xfrm>
            <a:off x="6898341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380" name="Shape 120"/>
          <p:cNvSpPr/>
          <p:nvPr/>
        </p:nvSpPr>
        <p:spPr>
          <a:xfrm>
            <a:off x="7242585" y="4130040"/>
            <a:ext cx="371678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121"/>
          <p:cNvSpPr txBox="1"/>
          <p:nvPr/>
        </p:nvSpPr>
        <p:spPr>
          <a:xfrm>
            <a:off x="7288305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382" name="Shape 122"/>
          <p:cNvSpPr/>
          <p:nvPr/>
        </p:nvSpPr>
        <p:spPr>
          <a:xfrm>
            <a:off x="7632551" y="413004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Text 123"/>
          <p:cNvSpPr txBox="1"/>
          <p:nvPr/>
        </p:nvSpPr>
        <p:spPr>
          <a:xfrm>
            <a:off x="7678271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384" name="Shape 124"/>
          <p:cNvSpPr/>
          <p:nvPr/>
        </p:nvSpPr>
        <p:spPr>
          <a:xfrm>
            <a:off x="8022514" y="4130040"/>
            <a:ext cx="371678" cy="377953"/>
          </a:xfrm>
          <a:prstGeom prst="rect">
            <a:avLst/>
          </a:prstGeom>
          <a:solidFill>
            <a:srgbClr val="282116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Text 125"/>
          <p:cNvSpPr txBox="1"/>
          <p:nvPr/>
        </p:nvSpPr>
        <p:spPr>
          <a:xfrm>
            <a:off x="8068234" y="42288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.09</a:t>
            </a:r>
          </a:p>
        </p:txBody>
      </p:sp>
      <p:sp>
        <p:nvSpPr>
          <p:cNvPr id="386" name="Text 126"/>
          <p:cNvSpPr txBox="1"/>
          <p:nvPr/>
        </p:nvSpPr>
        <p:spPr>
          <a:xfrm>
            <a:off x="777239" y="4621529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realization</a:t>
            </a:r>
          </a:p>
        </p:txBody>
      </p:sp>
      <p:sp>
        <p:nvSpPr>
          <p:cNvPr id="387" name="Shape 127"/>
          <p:cNvSpPr/>
          <p:nvPr/>
        </p:nvSpPr>
        <p:spPr>
          <a:xfrm>
            <a:off x="1783079" y="4526279"/>
            <a:ext cx="371678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128"/>
          <p:cNvSpPr txBox="1"/>
          <p:nvPr/>
        </p:nvSpPr>
        <p:spPr>
          <a:xfrm>
            <a:off x="1828799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389" name="Shape 129"/>
          <p:cNvSpPr/>
          <p:nvPr/>
        </p:nvSpPr>
        <p:spPr>
          <a:xfrm>
            <a:off x="2173045" y="4526279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130"/>
          <p:cNvSpPr txBox="1"/>
          <p:nvPr/>
        </p:nvSpPr>
        <p:spPr>
          <a:xfrm>
            <a:off x="2218765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391" name="Shape 131"/>
          <p:cNvSpPr/>
          <p:nvPr/>
        </p:nvSpPr>
        <p:spPr>
          <a:xfrm>
            <a:off x="2563009" y="4526279"/>
            <a:ext cx="371678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132"/>
          <p:cNvSpPr txBox="1"/>
          <p:nvPr/>
        </p:nvSpPr>
        <p:spPr>
          <a:xfrm>
            <a:off x="2608729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393" name="Shape 133"/>
          <p:cNvSpPr/>
          <p:nvPr/>
        </p:nvSpPr>
        <p:spPr>
          <a:xfrm>
            <a:off x="2952974" y="4526279"/>
            <a:ext cx="371678" cy="377953"/>
          </a:xfrm>
          <a:prstGeom prst="rect">
            <a:avLst/>
          </a:prstGeom>
          <a:solidFill>
            <a:srgbClr val="262016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134"/>
          <p:cNvSpPr txBox="1"/>
          <p:nvPr/>
        </p:nvSpPr>
        <p:spPr>
          <a:xfrm>
            <a:off x="2998694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395" name="Shape 135"/>
          <p:cNvSpPr/>
          <p:nvPr/>
        </p:nvSpPr>
        <p:spPr>
          <a:xfrm>
            <a:off x="3342938" y="4526279"/>
            <a:ext cx="371678" cy="377953"/>
          </a:xfrm>
          <a:prstGeom prst="rect">
            <a:avLst/>
          </a:prstGeom>
          <a:solidFill>
            <a:srgbClr val="1F1A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136"/>
          <p:cNvSpPr txBox="1"/>
          <p:nvPr/>
        </p:nvSpPr>
        <p:spPr>
          <a:xfrm>
            <a:off x="3388658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397" name="Shape 137"/>
          <p:cNvSpPr/>
          <p:nvPr/>
        </p:nvSpPr>
        <p:spPr>
          <a:xfrm>
            <a:off x="3732903" y="4526279"/>
            <a:ext cx="371678" cy="377953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138"/>
          <p:cNvSpPr txBox="1"/>
          <p:nvPr/>
        </p:nvSpPr>
        <p:spPr>
          <a:xfrm>
            <a:off x="3778623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399" name="Shape 139"/>
          <p:cNvSpPr/>
          <p:nvPr/>
        </p:nvSpPr>
        <p:spPr>
          <a:xfrm>
            <a:off x="4122868" y="4526279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140"/>
          <p:cNvSpPr txBox="1"/>
          <p:nvPr/>
        </p:nvSpPr>
        <p:spPr>
          <a:xfrm>
            <a:off x="4168588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01" name="Shape 141"/>
          <p:cNvSpPr/>
          <p:nvPr/>
        </p:nvSpPr>
        <p:spPr>
          <a:xfrm>
            <a:off x="4512833" y="4526279"/>
            <a:ext cx="371678" cy="377953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Text 142"/>
          <p:cNvSpPr txBox="1"/>
          <p:nvPr/>
        </p:nvSpPr>
        <p:spPr>
          <a:xfrm>
            <a:off x="4558553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403" name="Shape 143"/>
          <p:cNvSpPr/>
          <p:nvPr/>
        </p:nvSpPr>
        <p:spPr>
          <a:xfrm>
            <a:off x="4902798" y="4526279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144"/>
          <p:cNvSpPr txBox="1"/>
          <p:nvPr/>
        </p:nvSpPr>
        <p:spPr>
          <a:xfrm>
            <a:off x="4948518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405" name="Shape 145"/>
          <p:cNvSpPr/>
          <p:nvPr/>
        </p:nvSpPr>
        <p:spPr>
          <a:xfrm>
            <a:off x="5292761" y="4526279"/>
            <a:ext cx="37167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146"/>
          <p:cNvSpPr txBox="1"/>
          <p:nvPr/>
        </p:nvSpPr>
        <p:spPr>
          <a:xfrm>
            <a:off x="5338481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07" name="Shape 147"/>
          <p:cNvSpPr/>
          <p:nvPr/>
        </p:nvSpPr>
        <p:spPr>
          <a:xfrm>
            <a:off x="5682727" y="4526279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148"/>
          <p:cNvSpPr txBox="1"/>
          <p:nvPr/>
        </p:nvSpPr>
        <p:spPr>
          <a:xfrm>
            <a:off x="5728447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09" name="Shape 149"/>
          <p:cNvSpPr/>
          <p:nvPr/>
        </p:nvSpPr>
        <p:spPr>
          <a:xfrm>
            <a:off x="6072692" y="4526279"/>
            <a:ext cx="371678" cy="377953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150"/>
          <p:cNvSpPr txBox="1"/>
          <p:nvPr/>
        </p:nvSpPr>
        <p:spPr>
          <a:xfrm>
            <a:off x="6118412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411" name="Shape 151"/>
          <p:cNvSpPr/>
          <p:nvPr/>
        </p:nvSpPr>
        <p:spPr>
          <a:xfrm>
            <a:off x="6462655" y="4526279"/>
            <a:ext cx="371678" cy="377953"/>
          </a:xfrm>
          <a:prstGeom prst="rect">
            <a:avLst/>
          </a:prstGeom>
          <a:solidFill>
            <a:srgbClr val="2A23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152"/>
          <p:cNvSpPr txBox="1"/>
          <p:nvPr/>
        </p:nvSpPr>
        <p:spPr>
          <a:xfrm>
            <a:off x="6508375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413" name="Shape 153"/>
          <p:cNvSpPr/>
          <p:nvPr/>
        </p:nvSpPr>
        <p:spPr>
          <a:xfrm>
            <a:off x="6852621" y="4526279"/>
            <a:ext cx="371678" cy="377953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Text 154"/>
          <p:cNvSpPr txBox="1"/>
          <p:nvPr/>
        </p:nvSpPr>
        <p:spPr>
          <a:xfrm>
            <a:off x="6898341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15" name="Shape 155"/>
          <p:cNvSpPr/>
          <p:nvPr/>
        </p:nvSpPr>
        <p:spPr>
          <a:xfrm>
            <a:off x="7242585" y="4526279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156"/>
          <p:cNvSpPr txBox="1"/>
          <p:nvPr/>
        </p:nvSpPr>
        <p:spPr>
          <a:xfrm>
            <a:off x="7288305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417" name="Shape 157"/>
          <p:cNvSpPr/>
          <p:nvPr/>
        </p:nvSpPr>
        <p:spPr>
          <a:xfrm>
            <a:off x="7632551" y="4526279"/>
            <a:ext cx="371678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158"/>
          <p:cNvSpPr txBox="1"/>
          <p:nvPr/>
        </p:nvSpPr>
        <p:spPr>
          <a:xfrm>
            <a:off x="7678271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419" name="Shape 159"/>
          <p:cNvSpPr/>
          <p:nvPr/>
        </p:nvSpPr>
        <p:spPr>
          <a:xfrm>
            <a:off x="8022514" y="4526279"/>
            <a:ext cx="371678" cy="377953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160"/>
          <p:cNvSpPr txBox="1"/>
          <p:nvPr/>
        </p:nvSpPr>
        <p:spPr>
          <a:xfrm>
            <a:off x="8068234" y="462508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21" name="Text 161"/>
          <p:cNvSpPr txBox="1"/>
          <p:nvPr/>
        </p:nvSpPr>
        <p:spPr>
          <a:xfrm>
            <a:off x="777239" y="501777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joy</a:t>
            </a:r>
          </a:p>
        </p:txBody>
      </p:sp>
      <p:sp>
        <p:nvSpPr>
          <p:cNvPr id="422" name="Shape 162"/>
          <p:cNvSpPr/>
          <p:nvPr/>
        </p:nvSpPr>
        <p:spPr>
          <a:xfrm>
            <a:off x="1783079" y="4922520"/>
            <a:ext cx="371678" cy="377953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163"/>
          <p:cNvSpPr txBox="1"/>
          <p:nvPr/>
        </p:nvSpPr>
        <p:spPr>
          <a:xfrm>
            <a:off x="1828799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24" name="Shape 164"/>
          <p:cNvSpPr/>
          <p:nvPr/>
        </p:nvSpPr>
        <p:spPr>
          <a:xfrm>
            <a:off x="2173045" y="4922520"/>
            <a:ext cx="371678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ext 165"/>
          <p:cNvSpPr txBox="1"/>
          <p:nvPr/>
        </p:nvSpPr>
        <p:spPr>
          <a:xfrm>
            <a:off x="2218765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26" name="Shape 166"/>
          <p:cNvSpPr/>
          <p:nvPr/>
        </p:nvSpPr>
        <p:spPr>
          <a:xfrm>
            <a:off x="2563009" y="492252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Text 167"/>
          <p:cNvSpPr txBox="1"/>
          <p:nvPr/>
        </p:nvSpPr>
        <p:spPr>
          <a:xfrm>
            <a:off x="2608729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28" name="Shape 168"/>
          <p:cNvSpPr/>
          <p:nvPr/>
        </p:nvSpPr>
        <p:spPr>
          <a:xfrm>
            <a:off x="2952974" y="4922520"/>
            <a:ext cx="371678" cy="377953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169"/>
          <p:cNvSpPr txBox="1"/>
          <p:nvPr/>
        </p:nvSpPr>
        <p:spPr>
          <a:xfrm>
            <a:off x="2998694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430" name="Shape 170"/>
          <p:cNvSpPr/>
          <p:nvPr/>
        </p:nvSpPr>
        <p:spPr>
          <a:xfrm>
            <a:off x="3342938" y="4922520"/>
            <a:ext cx="371678" cy="377953"/>
          </a:xfrm>
          <a:prstGeom prst="rect">
            <a:avLst/>
          </a:prstGeom>
          <a:solidFill>
            <a:srgbClr val="221C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171"/>
          <p:cNvSpPr txBox="1"/>
          <p:nvPr/>
        </p:nvSpPr>
        <p:spPr>
          <a:xfrm>
            <a:off x="3388658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432" name="Shape 172"/>
          <p:cNvSpPr/>
          <p:nvPr/>
        </p:nvSpPr>
        <p:spPr>
          <a:xfrm>
            <a:off x="3732903" y="492252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173"/>
          <p:cNvSpPr txBox="1"/>
          <p:nvPr/>
        </p:nvSpPr>
        <p:spPr>
          <a:xfrm>
            <a:off x="3778623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34" name="Shape 174"/>
          <p:cNvSpPr/>
          <p:nvPr/>
        </p:nvSpPr>
        <p:spPr>
          <a:xfrm>
            <a:off x="4122868" y="4922520"/>
            <a:ext cx="371678" cy="377953"/>
          </a:xfrm>
          <a:prstGeom prst="rect">
            <a:avLst/>
          </a:prstGeom>
          <a:solidFill>
            <a:srgbClr val="201B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175"/>
          <p:cNvSpPr txBox="1"/>
          <p:nvPr/>
        </p:nvSpPr>
        <p:spPr>
          <a:xfrm>
            <a:off x="4168588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436" name="Shape 176"/>
          <p:cNvSpPr/>
          <p:nvPr/>
        </p:nvSpPr>
        <p:spPr>
          <a:xfrm>
            <a:off x="4512833" y="4922520"/>
            <a:ext cx="371678" cy="377953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7" name="Text 177"/>
          <p:cNvSpPr txBox="1"/>
          <p:nvPr/>
        </p:nvSpPr>
        <p:spPr>
          <a:xfrm>
            <a:off x="4558553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438" name="Shape 178"/>
          <p:cNvSpPr/>
          <p:nvPr/>
        </p:nvSpPr>
        <p:spPr>
          <a:xfrm>
            <a:off x="4902798" y="4922520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179"/>
          <p:cNvSpPr txBox="1"/>
          <p:nvPr/>
        </p:nvSpPr>
        <p:spPr>
          <a:xfrm>
            <a:off x="4948518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440" name="Shape 180"/>
          <p:cNvSpPr/>
          <p:nvPr/>
        </p:nvSpPr>
        <p:spPr>
          <a:xfrm>
            <a:off x="5292761" y="4922520"/>
            <a:ext cx="371678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181"/>
          <p:cNvSpPr txBox="1"/>
          <p:nvPr/>
        </p:nvSpPr>
        <p:spPr>
          <a:xfrm>
            <a:off x="5338481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42" name="Shape 182"/>
          <p:cNvSpPr/>
          <p:nvPr/>
        </p:nvSpPr>
        <p:spPr>
          <a:xfrm>
            <a:off x="5682727" y="492252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Text 183"/>
          <p:cNvSpPr txBox="1"/>
          <p:nvPr/>
        </p:nvSpPr>
        <p:spPr>
          <a:xfrm>
            <a:off x="5728447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44" name="Shape 184"/>
          <p:cNvSpPr/>
          <p:nvPr/>
        </p:nvSpPr>
        <p:spPr>
          <a:xfrm>
            <a:off x="6072692" y="492252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Text 185"/>
          <p:cNvSpPr txBox="1"/>
          <p:nvPr/>
        </p:nvSpPr>
        <p:spPr>
          <a:xfrm>
            <a:off x="6118412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46" name="Shape 186"/>
          <p:cNvSpPr/>
          <p:nvPr/>
        </p:nvSpPr>
        <p:spPr>
          <a:xfrm>
            <a:off x="6462655" y="4922520"/>
            <a:ext cx="37167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187"/>
          <p:cNvSpPr txBox="1"/>
          <p:nvPr/>
        </p:nvSpPr>
        <p:spPr>
          <a:xfrm>
            <a:off x="6508375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48" name="Shape 188"/>
          <p:cNvSpPr/>
          <p:nvPr/>
        </p:nvSpPr>
        <p:spPr>
          <a:xfrm>
            <a:off x="6852621" y="4922520"/>
            <a:ext cx="371678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 189"/>
          <p:cNvSpPr txBox="1"/>
          <p:nvPr/>
        </p:nvSpPr>
        <p:spPr>
          <a:xfrm>
            <a:off x="6898341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50" name="Shape 190"/>
          <p:cNvSpPr/>
          <p:nvPr/>
        </p:nvSpPr>
        <p:spPr>
          <a:xfrm>
            <a:off x="7242585" y="4922520"/>
            <a:ext cx="371678" cy="377953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 191"/>
          <p:cNvSpPr txBox="1"/>
          <p:nvPr/>
        </p:nvSpPr>
        <p:spPr>
          <a:xfrm>
            <a:off x="7288305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52" name="Shape 192"/>
          <p:cNvSpPr/>
          <p:nvPr/>
        </p:nvSpPr>
        <p:spPr>
          <a:xfrm>
            <a:off x="7632551" y="4922520"/>
            <a:ext cx="371678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Text 193"/>
          <p:cNvSpPr txBox="1"/>
          <p:nvPr/>
        </p:nvSpPr>
        <p:spPr>
          <a:xfrm>
            <a:off x="7678271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54" name="Shape 194"/>
          <p:cNvSpPr/>
          <p:nvPr/>
        </p:nvSpPr>
        <p:spPr>
          <a:xfrm>
            <a:off x="8022514" y="4922520"/>
            <a:ext cx="371678" cy="377953"/>
          </a:xfrm>
          <a:prstGeom prst="rect">
            <a:avLst/>
          </a:prstGeom>
          <a:solidFill>
            <a:srgbClr val="241E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195"/>
          <p:cNvSpPr txBox="1"/>
          <p:nvPr/>
        </p:nvSpPr>
        <p:spPr>
          <a:xfrm>
            <a:off x="8068234" y="502132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456" name="Text 196"/>
          <p:cNvSpPr txBox="1"/>
          <p:nvPr/>
        </p:nvSpPr>
        <p:spPr>
          <a:xfrm>
            <a:off x="777239" y="5414009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love</a:t>
            </a:r>
          </a:p>
        </p:txBody>
      </p:sp>
      <p:sp>
        <p:nvSpPr>
          <p:cNvPr id="457" name="Shape 197"/>
          <p:cNvSpPr/>
          <p:nvPr/>
        </p:nvSpPr>
        <p:spPr>
          <a:xfrm>
            <a:off x="1783079" y="5318759"/>
            <a:ext cx="371678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Text 198"/>
          <p:cNvSpPr txBox="1"/>
          <p:nvPr/>
        </p:nvSpPr>
        <p:spPr>
          <a:xfrm>
            <a:off x="1828799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59" name="Shape 199"/>
          <p:cNvSpPr/>
          <p:nvPr/>
        </p:nvSpPr>
        <p:spPr>
          <a:xfrm>
            <a:off x="2173045" y="5318759"/>
            <a:ext cx="371678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Text 200"/>
          <p:cNvSpPr txBox="1"/>
          <p:nvPr/>
        </p:nvSpPr>
        <p:spPr>
          <a:xfrm>
            <a:off x="2218765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61" name="Shape 201"/>
          <p:cNvSpPr/>
          <p:nvPr/>
        </p:nvSpPr>
        <p:spPr>
          <a:xfrm>
            <a:off x="2563009" y="5318759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Text 202"/>
          <p:cNvSpPr txBox="1"/>
          <p:nvPr/>
        </p:nvSpPr>
        <p:spPr>
          <a:xfrm>
            <a:off x="2608729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463" name="Shape 203"/>
          <p:cNvSpPr/>
          <p:nvPr/>
        </p:nvSpPr>
        <p:spPr>
          <a:xfrm>
            <a:off x="2952974" y="5318759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ext 204"/>
          <p:cNvSpPr txBox="1"/>
          <p:nvPr/>
        </p:nvSpPr>
        <p:spPr>
          <a:xfrm>
            <a:off x="2998694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65" name="Shape 205"/>
          <p:cNvSpPr/>
          <p:nvPr/>
        </p:nvSpPr>
        <p:spPr>
          <a:xfrm>
            <a:off x="3342938" y="5318759"/>
            <a:ext cx="37167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ext 206"/>
          <p:cNvSpPr txBox="1"/>
          <p:nvPr/>
        </p:nvSpPr>
        <p:spPr>
          <a:xfrm>
            <a:off x="3388658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67" name="Shape 207"/>
          <p:cNvSpPr/>
          <p:nvPr/>
        </p:nvSpPr>
        <p:spPr>
          <a:xfrm>
            <a:off x="3732903" y="5318759"/>
            <a:ext cx="371678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Text 208"/>
          <p:cNvSpPr txBox="1"/>
          <p:nvPr/>
        </p:nvSpPr>
        <p:spPr>
          <a:xfrm>
            <a:off x="3778623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469" name="Shape 209"/>
          <p:cNvSpPr/>
          <p:nvPr/>
        </p:nvSpPr>
        <p:spPr>
          <a:xfrm>
            <a:off x="4122868" y="5318759"/>
            <a:ext cx="37167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210"/>
          <p:cNvSpPr txBox="1"/>
          <p:nvPr/>
        </p:nvSpPr>
        <p:spPr>
          <a:xfrm>
            <a:off x="4168588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471" name="Shape 211"/>
          <p:cNvSpPr/>
          <p:nvPr/>
        </p:nvSpPr>
        <p:spPr>
          <a:xfrm>
            <a:off x="4512833" y="5318759"/>
            <a:ext cx="371678" cy="377953"/>
          </a:xfrm>
          <a:prstGeom prst="rect">
            <a:avLst/>
          </a:prstGeom>
          <a:solidFill>
            <a:srgbClr val="211C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Text 212"/>
          <p:cNvSpPr txBox="1"/>
          <p:nvPr/>
        </p:nvSpPr>
        <p:spPr>
          <a:xfrm>
            <a:off x="4558553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473" name="Shape 213"/>
          <p:cNvSpPr/>
          <p:nvPr/>
        </p:nvSpPr>
        <p:spPr>
          <a:xfrm>
            <a:off x="4902798" y="5318759"/>
            <a:ext cx="371678" cy="377953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214"/>
          <p:cNvSpPr txBox="1"/>
          <p:nvPr/>
        </p:nvSpPr>
        <p:spPr>
          <a:xfrm>
            <a:off x="4948518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75" name="Shape 215"/>
          <p:cNvSpPr/>
          <p:nvPr/>
        </p:nvSpPr>
        <p:spPr>
          <a:xfrm>
            <a:off x="5292761" y="5318759"/>
            <a:ext cx="371678" cy="377953"/>
          </a:xfrm>
          <a:prstGeom prst="rect">
            <a:avLst/>
          </a:prstGeom>
          <a:solidFill>
            <a:srgbClr val="513C1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216"/>
          <p:cNvSpPr txBox="1"/>
          <p:nvPr/>
        </p:nvSpPr>
        <p:spPr>
          <a:xfrm>
            <a:off x="5338481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477" name="Shape 217"/>
          <p:cNvSpPr/>
          <p:nvPr/>
        </p:nvSpPr>
        <p:spPr>
          <a:xfrm>
            <a:off x="5682727" y="5318759"/>
            <a:ext cx="371678" cy="377953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218"/>
          <p:cNvSpPr txBox="1"/>
          <p:nvPr/>
        </p:nvSpPr>
        <p:spPr>
          <a:xfrm>
            <a:off x="5728447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79" name="Shape 219"/>
          <p:cNvSpPr/>
          <p:nvPr/>
        </p:nvSpPr>
        <p:spPr>
          <a:xfrm>
            <a:off x="6072692" y="5318759"/>
            <a:ext cx="371678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220"/>
          <p:cNvSpPr txBox="1"/>
          <p:nvPr/>
        </p:nvSpPr>
        <p:spPr>
          <a:xfrm>
            <a:off x="6118412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81" name="Shape 221"/>
          <p:cNvSpPr/>
          <p:nvPr/>
        </p:nvSpPr>
        <p:spPr>
          <a:xfrm>
            <a:off x="6462655" y="5318759"/>
            <a:ext cx="371678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222"/>
          <p:cNvSpPr txBox="1"/>
          <p:nvPr/>
        </p:nvSpPr>
        <p:spPr>
          <a:xfrm>
            <a:off x="6508375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83" name="Shape 223"/>
          <p:cNvSpPr/>
          <p:nvPr/>
        </p:nvSpPr>
        <p:spPr>
          <a:xfrm>
            <a:off x="6852621" y="5318759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4" name="Text 224"/>
          <p:cNvSpPr txBox="1"/>
          <p:nvPr/>
        </p:nvSpPr>
        <p:spPr>
          <a:xfrm>
            <a:off x="6898341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85" name="Shape 225"/>
          <p:cNvSpPr/>
          <p:nvPr/>
        </p:nvSpPr>
        <p:spPr>
          <a:xfrm>
            <a:off x="7242585" y="5318759"/>
            <a:ext cx="371678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Text 226"/>
          <p:cNvSpPr txBox="1"/>
          <p:nvPr/>
        </p:nvSpPr>
        <p:spPr>
          <a:xfrm>
            <a:off x="7288305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487" name="Shape 227"/>
          <p:cNvSpPr/>
          <p:nvPr/>
        </p:nvSpPr>
        <p:spPr>
          <a:xfrm>
            <a:off x="7632551" y="5318759"/>
            <a:ext cx="371678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Text 228"/>
          <p:cNvSpPr txBox="1"/>
          <p:nvPr/>
        </p:nvSpPr>
        <p:spPr>
          <a:xfrm>
            <a:off x="7678271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489" name="Shape 229"/>
          <p:cNvSpPr/>
          <p:nvPr/>
        </p:nvSpPr>
        <p:spPr>
          <a:xfrm>
            <a:off x="8022514" y="5318759"/>
            <a:ext cx="371678" cy="377953"/>
          </a:xfrm>
          <a:prstGeom prst="rect">
            <a:avLst/>
          </a:prstGeom>
          <a:solidFill>
            <a:srgbClr val="211C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Text 230"/>
          <p:cNvSpPr txBox="1"/>
          <p:nvPr/>
        </p:nvSpPr>
        <p:spPr>
          <a:xfrm>
            <a:off x="8068234" y="5417565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491" name="Text 231"/>
          <p:cNvSpPr txBox="1"/>
          <p:nvPr/>
        </p:nvSpPr>
        <p:spPr>
          <a:xfrm>
            <a:off x="777239" y="581025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optimism</a:t>
            </a:r>
          </a:p>
        </p:txBody>
      </p:sp>
      <p:sp>
        <p:nvSpPr>
          <p:cNvPr id="492" name="Shape 232"/>
          <p:cNvSpPr/>
          <p:nvPr/>
        </p:nvSpPr>
        <p:spPr>
          <a:xfrm>
            <a:off x="1783079" y="5714999"/>
            <a:ext cx="371678" cy="377954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Text 233"/>
          <p:cNvSpPr txBox="1"/>
          <p:nvPr/>
        </p:nvSpPr>
        <p:spPr>
          <a:xfrm>
            <a:off x="1828799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494" name="Shape 234"/>
          <p:cNvSpPr/>
          <p:nvPr/>
        </p:nvSpPr>
        <p:spPr>
          <a:xfrm>
            <a:off x="2173045" y="5714999"/>
            <a:ext cx="371678" cy="377954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Text 235"/>
          <p:cNvSpPr txBox="1"/>
          <p:nvPr/>
        </p:nvSpPr>
        <p:spPr>
          <a:xfrm>
            <a:off x="2218765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496" name="Shape 236"/>
          <p:cNvSpPr/>
          <p:nvPr/>
        </p:nvSpPr>
        <p:spPr>
          <a:xfrm>
            <a:off x="2563009" y="5714999"/>
            <a:ext cx="371678" cy="377954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7" name="Text 237"/>
          <p:cNvSpPr txBox="1"/>
          <p:nvPr/>
        </p:nvSpPr>
        <p:spPr>
          <a:xfrm>
            <a:off x="2608729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498" name="Shape 238"/>
          <p:cNvSpPr/>
          <p:nvPr/>
        </p:nvSpPr>
        <p:spPr>
          <a:xfrm>
            <a:off x="2952974" y="5714999"/>
            <a:ext cx="371678" cy="377954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ext 239"/>
          <p:cNvSpPr txBox="1"/>
          <p:nvPr/>
        </p:nvSpPr>
        <p:spPr>
          <a:xfrm>
            <a:off x="2998694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00" name="Shape 240"/>
          <p:cNvSpPr/>
          <p:nvPr/>
        </p:nvSpPr>
        <p:spPr>
          <a:xfrm>
            <a:off x="3342938" y="5714999"/>
            <a:ext cx="371678" cy="377954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Text 241"/>
          <p:cNvSpPr txBox="1"/>
          <p:nvPr/>
        </p:nvSpPr>
        <p:spPr>
          <a:xfrm>
            <a:off x="3388658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502" name="Shape 242"/>
          <p:cNvSpPr/>
          <p:nvPr/>
        </p:nvSpPr>
        <p:spPr>
          <a:xfrm>
            <a:off x="3732903" y="5714999"/>
            <a:ext cx="371678" cy="377954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Text 243"/>
          <p:cNvSpPr txBox="1"/>
          <p:nvPr/>
        </p:nvSpPr>
        <p:spPr>
          <a:xfrm>
            <a:off x="3778623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04" name="Shape 244"/>
          <p:cNvSpPr/>
          <p:nvPr/>
        </p:nvSpPr>
        <p:spPr>
          <a:xfrm>
            <a:off x="4122868" y="5714999"/>
            <a:ext cx="371678" cy="377954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Text 245"/>
          <p:cNvSpPr txBox="1"/>
          <p:nvPr/>
        </p:nvSpPr>
        <p:spPr>
          <a:xfrm>
            <a:off x="4168588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06" name="Shape 246"/>
          <p:cNvSpPr/>
          <p:nvPr/>
        </p:nvSpPr>
        <p:spPr>
          <a:xfrm>
            <a:off x="4512833" y="5714999"/>
            <a:ext cx="371678" cy="377954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Text 247"/>
          <p:cNvSpPr txBox="1"/>
          <p:nvPr/>
        </p:nvSpPr>
        <p:spPr>
          <a:xfrm>
            <a:off x="4558553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508" name="Shape 248"/>
          <p:cNvSpPr/>
          <p:nvPr/>
        </p:nvSpPr>
        <p:spPr>
          <a:xfrm>
            <a:off x="4902798" y="5714999"/>
            <a:ext cx="371678" cy="377954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9" name="Text 249"/>
          <p:cNvSpPr txBox="1"/>
          <p:nvPr/>
        </p:nvSpPr>
        <p:spPr>
          <a:xfrm>
            <a:off x="4948518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10" name="Shape 250"/>
          <p:cNvSpPr/>
          <p:nvPr/>
        </p:nvSpPr>
        <p:spPr>
          <a:xfrm>
            <a:off x="5292761" y="5714999"/>
            <a:ext cx="371678" cy="377954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Text 251"/>
          <p:cNvSpPr txBox="1"/>
          <p:nvPr/>
        </p:nvSpPr>
        <p:spPr>
          <a:xfrm>
            <a:off x="5338481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512" name="Shape 252"/>
          <p:cNvSpPr/>
          <p:nvPr/>
        </p:nvSpPr>
        <p:spPr>
          <a:xfrm>
            <a:off x="5682727" y="5714999"/>
            <a:ext cx="371678" cy="377954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Text 253"/>
          <p:cNvSpPr txBox="1"/>
          <p:nvPr/>
        </p:nvSpPr>
        <p:spPr>
          <a:xfrm>
            <a:off x="5728447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14" name="Shape 254"/>
          <p:cNvSpPr/>
          <p:nvPr/>
        </p:nvSpPr>
        <p:spPr>
          <a:xfrm>
            <a:off x="6072692" y="5714999"/>
            <a:ext cx="371678" cy="377954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Text 255"/>
          <p:cNvSpPr txBox="1"/>
          <p:nvPr/>
        </p:nvSpPr>
        <p:spPr>
          <a:xfrm>
            <a:off x="6118412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16" name="Shape 256"/>
          <p:cNvSpPr/>
          <p:nvPr/>
        </p:nvSpPr>
        <p:spPr>
          <a:xfrm>
            <a:off x="6462655" y="5714999"/>
            <a:ext cx="371678" cy="377954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Text 257"/>
          <p:cNvSpPr txBox="1"/>
          <p:nvPr/>
        </p:nvSpPr>
        <p:spPr>
          <a:xfrm>
            <a:off x="6508375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18" name="Shape 258"/>
          <p:cNvSpPr/>
          <p:nvPr/>
        </p:nvSpPr>
        <p:spPr>
          <a:xfrm>
            <a:off x="6852621" y="5714999"/>
            <a:ext cx="371678" cy="377954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Text 259"/>
          <p:cNvSpPr txBox="1"/>
          <p:nvPr/>
        </p:nvSpPr>
        <p:spPr>
          <a:xfrm>
            <a:off x="6898341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20" name="Shape 260"/>
          <p:cNvSpPr/>
          <p:nvPr/>
        </p:nvSpPr>
        <p:spPr>
          <a:xfrm>
            <a:off x="7242585" y="5714999"/>
            <a:ext cx="371678" cy="377954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Text 261"/>
          <p:cNvSpPr txBox="1"/>
          <p:nvPr/>
        </p:nvSpPr>
        <p:spPr>
          <a:xfrm>
            <a:off x="7288305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522" name="Shape 262"/>
          <p:cNvSpPr/>
          <p:nvPr/>
        </p:nvSpPr>
        <p:spPr>
          <a:xfrm>
            <a:off x="7632551" y="5714999"/>
            <a:ext cx="371678" cy="377954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3" name="Text 263"/>
          <p:cNvSpPr txBox="1"/>
          <p:nvPr/>
        </p:nvSpPr>
        <p:spPr>
          <a:xfrm>
            <a:off x="7678271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24" name="Shape 264"/>
          <p:cNvSpPr/>
          <p:nvPr/>
        </p:nvSpPr>
        <p:spPr>
          <a:xfrm>
            <a:off x="8022514" y="5714999"/>
            <a:ext cx="371678" cy="377954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5" name="Text 265"/>
          <p:cNvSpPr txBox="1"/>
          <p:nvPr/>
        </p:nvSpPr>
        <p:spPr>
          <a:xfrm>
            <a:off x="8068234" y="5813806"/>
            <a:ext cx="28023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26" name="Text 266"/>
          <p:cNvSpPr txBox="1"/>
          <p:nvPr/>
        </p:nvSpPr>
        <p:spPr>
          <a:xfrm>
            <a:off x="777239" y="620649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annoyance</a:t>
            </a:r>
          </a:p>
        </p:txBody>
      </p:sp>
      <p:sp>
        <p:nvSpPr>
          <p:cNvPr id="527" name="Shape 267"/>
          <p:cNvSpPr/>
          <p:nvPr/>
        </p:nvSpPr>
        <p:spPr>
          <a:xfrm>
            <a:off x="1783079" y="6111240"/>
            <a:ext cx="371678" cy="377953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8" name="Text 268"/>
          <p:cNvSpPr txBox="1"/>
          <p:nvPr/>
        </p:nvSpPr>
        <p:spPr>
          <a:xfrm>
            <a:off x="1828799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529" name="Shape 269"/>
          <p:cNvSpPr/>
          <p:nvPr/>
        </p:nvSpPr>
        <p:spPr>
          <a:xfrm>
            <a:off x="2173045" y="6111240"/>
            <a:ext cx="371678" cy="377953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270"/>
          <p:cNvSpPr txBox="1"/>
          <p:nvPr/>
        </p:nvSpPr>
        <p:spPr>
          <a:xfrm>
            <a:off x="2218765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531" name="Shape 271"/>
          <p:cNvSpPr/>
          <p:nvPr/>
        </p:nvSpPr>
        <p:spPr>
          <a:xfrm>
            <a:off x="2563009" y="6111240"/>
            <a:ext cx="371678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2" name="Text 272"/>
          <p:cNvSpPr txBox="1"/>
          <p:nvPr/>
        </p:nvSpPr>
        <p:spPr>
          <a:xfrm>
            <a:off x="2608729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33" name="Shape 273"/>
          <p:cNvSpPr/>
          <p:nvPr/>
        </p:nvSpPr>
        <p:spPr>
          <a:xfrm>
            <a:off x="2952974" y="6111240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Text 274"/>
          <p:cNvSpPr txBox="1"/>
          <p:nvPr/>
        </p:nvSpPr>
        <p:spPr>
          <a:xfrm>
            <a:off x="2998694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35" name="Shape 275"/>
          <p:cNvSpPr/>
          <p:nvPr/>
        </p:nvSpPr>
        <p:spPr>
          <a:xfrm>
            <a:off x="3342938" y="6111240"/>
            <a:ext cx="37167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276"/>
          <p:cNvSpPr txBox="1"/>
          <p:nvPr/>
        </p:nvSpPr>
        <p:spPr>
          <a:xfrm>
            <a:off x="3388658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37" name="Shape 277"/>
          <p:cNvSpPr/>
          <p:nvPr/>
        </p:nvSpPr>
        <p:spPr>
          <a:xfrm>
            <a:off x="3732903" y="611124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8" name="Text 278"/>
          <p:cNvSpPr txBox="1"/>
          <p:nvPr/>
        </p:nvSpPr>
        <p:spPr>
          <a:xfrm>
            <a:off x="3778623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39" name="Shape 279"/>
          <p:cNvSpPr/>
          <p:nvPr/>
        </p:nvSpPr>
        <p:spPr>
          <a:xfrm>
            <a:off x="4122868" y="611124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ext 280"/>
          <p:cNvSpPr txBox="1"/>
          <p:nvPr/>
        </p:nvSpPr>
        <p:spPr>
          <a:xfrm>
            <a:off x="4168588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541" name="Shape 281"/>
          <p:cNvSpPr/>
          <p:nvPr/>
        </p:nvSpPr>
        <p:spPr>
          <a:xfrm>
            <a:off x="4512833" y="6111240"/>
            <a:ext cx="371678" cy="377953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 282"/>
          <p:cNvSpPr txBox="1"/>
          <p:nvPr/>
        </p:nvSpPr>
        <p:spPr>
          <a:xfrm>
            <a:off x="4558553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43" name="Shape 283"/>
          <p:cNvSpPr/>
          <p:nvPr/>
        </p:nvSpPr>
        <p:spPr>
          <a:xfrm>
            <a:off x="4902798" y="611124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ext 284"/>
          <p:cNvSpPr txBox="1"/>
          <p:nvPr/>
        </p:nvSpPr>
        <p:spPr>
          <a:xfrm>
            <a:off x="4948518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545" name="Shape 285"/>
          <p:cNvSpPr/>
          <p:nvPr/>
        </p:nvSpPr>
        <p:spPr>
          <a:xfrm>
            <a:off x="5292761" y="6111240"/>
            <a:ext cx="371678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Text 286"/>
          <p:cNvSpPr txBox="1"/>
          <p:nvPr/>
        </p:nvSpPr>
        <p:spPr>
          <a:xfrm>
            <a:off x="5338481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47" name="Shape 287"/>
          <p:cNvSpPr/>
          <p:nvPr/>
        </p:nvSpPr>
        <p:spPr>
          <a:xfrm>
            <a:off x="5682727" y="6111240"/>
            <a:ext cx="371678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Text 288"/>
          <p:cNvSpPr txBox="1"/>
          <p:nvPr/>
        </p:nvSpPr>
        <p:spPr>
          <a:xfrm>
            <a:off x="5728447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49" name="Shape 289"/>
          <p:cNvSpPr/>
          <p:nvPr/>
        </p:nvSpPr>
        <p:spPr>
          <a:xfrm>
            <a:off x="6072692" y="6111240"/>
            <a:ext cx="37167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0" name="Text 290"/>
          <p:cNvSpPr txBox="1"/>
          <p:nvPr/>
        </p:nvSpPr>
        <p:spPr>
          <a:xfrm>
            <a:off x="6118412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51" name="Shape 291"/>
          <p:cNvSpPr/>
          <p:nvPr/>
        </p:nvSpPr>
        <p:spPr>
          <a:xfrm>
            <a:off x="6462655" y="6111240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2" name="Text 292"/>
          <p:cNvSpPr txBox="1"/>
          <p:nvPr/>
        </p:nvSpPr>
        <p:spPr>
          <a:xfrm>
            <a:off x="6508375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53" name="Shape 293"/>
          <p:cNvSpPr/>
          <p:nvPr/>
        </p:nvSpPr>
        <p:spPr>
          <a:xfrm>
            <a:off x="6852621" y="611124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4" name="Text 294"/>
          <p:cNvSpPr txBox="1"/>
          <p:nvPr/>
        </p:nvSpPr>
        <p:spPr>
          <a:xfrm>
            <a:off x="6898341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55" name="Shape 295"/>
          <p:cNvSpPr/>
          <p:nvPr/>
        </p:nvSpPr>
        <p:spPr>
          <a:xfrm>
            <a:off x="7242585" y="6111240"/>
            <a:ext cx="371678" cy="377953"/>
          </a:xfrm>
          <a:prstGeom prst="rect">
            <a:avLst/>
          </a:prstGeom>
          <a:solidFill>
            <a:srgbClr val="241E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Text 296"/>
          <p:cNvSpPr txBox="1"/>
          <p:nvPr/>
        </p:nvSpPr>
        <p:spPr>
          <a:xfrm>
            <a:off x="7288305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557" name="Shape 297"/>
          <p:cNvSpPr/>
          <p:nvPr/>
        </p:nvSpPr>
        <p:spPr>
          <a:xfrm>
            <a:off x="7632551" y="6111240"/>
            <a:ext cx="371678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Text 298"/>
          <p:cNvSpPr txBox="1"/>
          <p:nvPr/>
        </p:nvSpPr>
        <p:spPr>
          <a:xfrm>
            <a:off x="7678271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559" name="Shape 299"/>
          <p:cNvSpPr/>
          <p:nvPr/>
        </p:nvSpPr>
        <p:spPr>
          <a:xfrm>
            <a:off x="8022514" y="6111240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Text 300"/>
          <p:cNvSpPr txBox="1"/>
          <p:nvPr/>
        </p:nvSpPr>
        <p:spPr>
          <a:xfrm>
            <a:off x="8068234" y="621004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61" name="Text 301"/>
          <p:cNvSpPr txBox="1"/>
          <p:nvPr/>
        </p:nvSpPr>
        <p:spPr>
          <a:xfrm>
            <a:off x="777239" y="660273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disapproval</a:t>
            </a:r>
          </a:p>
        </p:txBody>
      </p:sp>
      <p:sp>
        <p:nvSpPr>
          <p:cNvPr id="562" name="Shape 302"/>
          <p:cNvSpPr/>
          <p:nvPr/>
        </p:nvSpPr>
        <p:spPr>
          <a:xfrm>
            <a:off x="1783079" y="6507480"/>
            <a:ext cx="371678" cy="377953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Text 303"/>
          <p:cNvSpPr txBox="1"/>
          <p:nvPr/>
        </p:nvSpPr>
        <p:spPr>
          <a:xfrm>
            <a:off x="1828799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564" name="Shape 304"/>
          <p:cNvSpPr/>
          <p:nvPr/>
        </p:nvSpPr>
        <p:spPr>
          <a:xfrm>
            <a:off x="2173045" y="650748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5" name="Text 305"/>
          <p:cNvSpPr txBox="1"/>
          <p:nvPr/>
        </p:nvSpPr>
        <p:spPr>
          <a:xfrm>
            <a:off x="2218765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66" name="Shape 306"/>
          <p:cNvSpPr/>
          <p:nvPr/>
        </p:nvSpPr>
        <p:spPr>
          <a:xfrm>
            <a:off x="2563009" y="6507480"/>
            <a:ext cx="371678" cy="377953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307"/>
          <p:cNvSpPr txBox="1"/>
          <p:nvPr/>
        </p:nvSpPr>
        <p:spPr>
          <a:xfrm>
            <a:off x="2608729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68" name="Shape 308"/>
          <p:cNvSpPr/>
          <p:nvPr/>
        </p:nvSpPr>
        <p:spPr>
          <a:xfrm>
            <a:off x="2952974" y="6507480"/>
            <a:ext cx="371678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9" name="Text 309"/>
          <p:cNvSpPr txBox="1"/>
          <p:nvPr/>
        </p:nvSpPr>
        <p:spPr>
          <a:xfrm>
            <a:off x="2998694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70" name="Shape 310"/>
          <p:cNvSpPr/>
          <p:nvPr/>
        </p:nvSpPr>
        <p:spPr>
          <a:xfrm>
            <a:off x="3342938" y="6507480"/>
            <a:ext cx="371678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1" name="Text 311"/>
          <p:cNvSpPr txBox="1"/>
          <p:nvPr/>
        </p:nvSpPr>
        <p:spPr>
          <a:xfrm>
            <a:off x="3388658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72" name="Shape 312"/>
          <p:cNvSpPr/>
          <p:nvPr/>
        </p:nvSpPr>
        <p:spPr>
          <a:xfrm>
            <a:off x="3732903" y="650748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3" name="Text 313"/>
          <p:cNvSpPr txBox="1"/>
          <p:nvPr/>
        </p:nvSpPr>
        <p:spPr>
          <a:xfrm>
            <a:off x="3778623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74" name="Shape 314"/>
          <p:cNvSpPr/>
          <p:nvPr/>
        </p:nvSpPr>
        <p:spPr>
          <a:xfrm>
            <a:off x="4122868" y="6507480"/>
            <a:ext cx="371678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5" name="Text 315"/>
          <p:cNvSpPr txBox="1"/>
          <p:nvPr/>
        </p:nvSpPr>
        <p:spPr>
          <a:xfrm>
            <a:off x="4168588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576" name="Shape 316"/>
          <p:cNvSpPr/>
          <p:nvPr/>
        </p:nvSpPr>
        <p:spPr>
          <a:xfrm>
            <a:off x="4512833" y="650748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7" name="Text 317"/>
          <p:cNvSpPr txBox="1"/>
          <p:nvPr/>
        </p:nvSpPr>
        <p:spPr>
          <a:xfrm>
            <a:off x="4558553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78" name="Shape 318"/>
          <p:cNvSpPr/>
          <p:nvPr/>
        </p:nvSpPr>
        <p:spPr>
          <a:xfrm>
            <a:off x="4902798" y="6507480"/>
            <a:ext cx="371678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9" name="Text 319"/>
          <p:cNvSpPr txBox="1"/>
          <p:nvPr/>
        </p:nvSpPr>
        <p:spPr>
          <a:xfrm>
            <a:off x="4948518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580" name="Shape 320"/>
          <p:cNvSpPr/>
          <p:nvPr/>
        </p:nvSpPr>
        <p:spPr>
          <a:xfrm>
            <a:off x="5292761" y="6507480"/>
            <a:ext cx="371678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Text 321"/>
          <p:cNvSpPr txBox="1"/>
          <p:nvPr/>
        </p:nvSpPr>
        <p:spPr>
          <a:xfrm>
            <a:off x="5338481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82" name="Shape 322"/>
          <p:cNvSpPr/>
          <p:nvPr/>
        </p:nvSpPr>
        <p:spPr>
          <a:xfrm>
            <a:off x="5682727" y="6507480"/>
            <a:ext cx="371678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3" name="Text 323"/>
          <p:cNvSpPr txBox="1"/>
          <p:nvPr/>
        </p:nvSpPr>
        <p:spPr>
          <a:xfrm>
            <a:off x="5728447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84" name="Shape 324"/>
          <p:cNvSpPr/>
          <p:nvPr/>
        </p:nvSpPr>
        <p:spPr>
          <a:xfrm>
            <a:off x="6072692" y="6507480"/>
            <a:ext cx="371678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Text 325"/>
          <p:cNvSpPr txBox="1"/>
          <p:nvPr/>
        </p:nvSpPr>
        <p:spPr>
          <a:xfrm>
            <a:off x="6118412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86" name="Shape 326"/>
          <p:cNvSpPr/>
          <p:nvPr/>
        </p:nvSpPr>
        <p:spPr>
          <a:xfrm>
            <a:off x="6462655" y="6507480"/>
            <a:ext cx="371678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Text 327"/>
          <p:cNvSpPr txBox="1"/>
          <p:nvPr/>
        </p:nvSpPr>
        <p:spPr>
          <a:xfrm>
            <a:off x="6508375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88" name="Shape 328"/>
          <p:cNvSpPr/>
          <p:nvPr/>
        </p:nvSpPr>
        <p:spPr>
          <a:xfrm>
            <a:off x="6852621" y="6507480"/>
            <a:ext cx="371678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9" name="Text 329"/>
          <p:cNvSpPr txBox="1"/>
          <p:nvPr/>
        </p:nvSpPr>
        <p:spPr>
          <a:xfrm>
            <a:off x="6898341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590" name="Shape 330"/>
          <p:cNvSpPr/>
          <p:nvPr/>
        </p:nvSpPr>
        <p:spPr>
          <a:xfrm>
            <a:off x="7242585" y="6507480"/>
            <a:ext cx="371678" cy="377953"/>
          </a:xfrm>
          <a:prstGeom prst="rect">
            <a:avLst/>
          </a:prstGeom>
          <a:solidFill>
            <a:srgbClr val="201B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1" name="Text 331"/>
          <p:cNvSpPr txBox="1"/>
          <p:nvPr/>
        </p:nvSpPr>
        <p:spPr>
          <a:xfrm>
            <a:off x="7288305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592" name="Shape 332"/>
          <p:cNvSpPr/>
          <p:nvPr/>
        </p:nvSpPr>
        <p:spPr>
          <a:xfrm>
            <a:off x="7632551" y="6507480"/>
            <a:ext cx="371678" cy="377953"/>
          </a:xfrm>
          <a:prstGeom prst="rect">
            <a:avLst/>
          </a:prstGeom>
          <a:solidFill>
            <a:srgbClr val="1F1A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3" name="Text 333"/>
          <p:cNvSpPr txBox="1"/>
          <p:nvPr/>
        </p:nvSpPr>
        <p:spPr>
          <a:xfrm>
            <a:off x="7678271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594" name="Shape 334"/>
          <p:cNvSpPr/>
          <p:nvPr/>
        </p:nvSpPr>
        <p:spPr>
          <a:xfrm>
            <a:off x="8022514" y="6507480"/>
            <a:ext cx="371678" cy="377953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5" name="Text 335"/>
          <p:cNvSpPr txBox="1"/>
          <p:nvPr/>
        </p:nvSpPr>
        <p:spPr>
          <a:xfrm>
            <a:off x="8068234" y="6606286"/>
            <a:ext cx="28023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596" name="Shape 336"/>
          <p:cNvSpPr/>
          <p:nvPr/>
        </p:nvSpPr>
        <p:spPr>
          <a:xfrm>
            <a:off x="731519" y="7178040"/>
            <a:ext cx="7680961" cy="3333497"/>
          </a:xfrm>
          <a:prstGeom prst="roundRect">
            <a:avLst>
              <a:gd name="adj" fmla="val 2194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7" name="Text 337"/>
          <p:cNvSpPr txBox="1"/>
          <p:nvPr/>
        </p:nvSpPr>
        <p:spPr>
          <a:xfrm>
            <a:off x="1097280" y="7464805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598" name="Text 338"/>
          <p:cNvSpPr txBox="1"/>
          <p:nvPr/>
        </p:nvSpPr>
        <p:spPr>
          <a:xfrm>
            <a:off x="1097279" y="776591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Backwards.</a:t>
            </a:r>
          </a:p>
        </p:txBody>
      </p:sp>
      <p:sp>
        <p:nvSpPr>
          <p:cNvPr id="599" name="Text 339"/>
          <p:cNvSpPr txBox="1"/>
          <p:nvPr/>
        </p:nvSpPr>
        <p:spPr>
          <a:xfrm>
            <a:off x="1097279" y="8316415"/>
            <a:ext cx="6949442" cy="53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Caring peaks at Ch11 (0.18) and love peaks at Ch11 (0.13), both their highest points anywhere in his arc.</a:t>
            </a:r>
          </a:p>
        </p:txBody>
      </p:sp>
      <p:sp>
        <p:nvSpPr>
          <p:cNvPr id="600" name="Text 340"/>
          <p:cNvSpPr txBox="1"/>
          <p:nvPr/>
        </p:nvSpPr>
        <p:spPr>
          <a:xfrm>
            <a:off x="1097279" y="9047936"/>
            <a:ext cx="6949442" cy="53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The chapter where Krishna is most overwhelming is also the chapter where he's most comforting.</a:t>
            </a:r>
          </a:p>
        </p:txBody>
      </p:sp>
      <p:sp>
        <p:nvSpPr>
          <p:cNvPr id="601" name="Text 341"/>
          <p:cNvSpPr txBox="1"/>
          <p:nvPr/>
        </p:nvSpPr>
        <p:spPr>
          <a:xfrm>
            <a:off x="1097279" y="9893755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Approval, not fear, actually saturates his voice, peaking at Ch5 (0.21) and Ch17 (0.22).</a:t>
            </a:r>
          </a:p>
        </p:txBody>
      </p:sp>
      <p:sp>
        <p:nvSpPr>
          <p:cNvPr id="602" name="Text 342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5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SPECULATION</a:t>
            </a:r>
          </a:p>
        </p:txBody>
      </p:sp>
      <p:sp>
        <p:nvSpPr>
          <p:cNvPr id="606" name="Text 2"/>
          <p:cNvSpPr txBox="1"/>
          <p:nvPr/>
        </p:nvSpPr>
        <p:spPr>
          <a:xfrm>
            <a:off x="777240" y="2252429"/>
            <a:ext cx="7589520" cy="1255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4600"/>
              </a:lnSpc>
              <a:defRPr sz="40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“Arjuna is defined by despair and grief.”</a:t>
            </a:r>
          </a:p>
        </p:txBody>
      </p:sp>
      <p:sp>
        <p:nvSpPr>
          <p:cNvPr id="607" name="Text 3"/>
          <p:cNvSpPr txBox="1"/>
          <p:nvPr/>
        </p:nvSpPr>
        <p:spPr>
          <a:xfrm>
            <a:off x="777240" y="4447968"/>
            <a:ext cx="7589520" cy="61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Not just popular reading; this is the text's own framing. Chapter 1 carries an actual name in Sanskrit.</a:t>
            </a:r>
          </a:p>
        </p:txBody>
      </p:sp>
      <p:sp>
        <p:nvSpPr>
          <p:cNvPr id="608" name="Shape 4"/>
          <p:cNvSpPr/>
          <p:nvPr/>
        </p:nvSpPr>
        <p:spPr>
          <a:xfrm>
            <a:off x="731519" y="5577840"/>
            <a:ext cx="7680961" cy="2286001"/>
          </a:xfrm>
          <a:prstGeom prst="roundRect">
            <a:avLst>
              <a:gd name="adj" fmla="val 3200"/>
            </a:avLst>
          </a:prstGeom>
          <a:solidFill>
            <a:srgbClr val="271B10"/>
          </a:solidFill>
          <a:ln w="12700">
            <a:solidFill>
              <a:srgbClr val="4330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9" name="Text 5"/>
          <p:cNvSpPr txBox="1"/>
          <p:nvPr/>
        </p:nvSpPr>
        <p:spPr>
          <a:xfrm>
            <a:off x="1097280" y="5896609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SOURCE / VERIFIED LIVE LINK</a:t>
            </a:r>
          </a:p>
        </p:txBody>
      </p:sp>
      <p:sp>
        <p:nvSpPr>
          <p:cNvPr id="610" name="Text 6"/>
          <p:cNvSpPr txBox="1"/>
          <p:nvPr/>
        </p:nvSpPr>
        <p:spPr>
          <a:xfrm>
            <a:off x="1097279" y="6506779"/>
            <a:ext cx="6949442" cy="61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“Chapter 1: Arjun Vishād Yog” — “Lamenting the Consequences of War.” The chapter's own title, in the original Sanskrit.</a:t>
            </a:r>
          </a:p>
        </p:txBody>
      </p:sp>
      <p:sp>
        <p:nvSpPr>
          <p:cNvPr id="611" name="Text 7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1097279" y="7421879"/>
            <a:ext cx="6949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5A83D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holy-bhagavad-gita.org/chapter/1 →</a:t>
            </a:r>
          </a:p>
        </p:txBody>
      </p:sp>
      <p:sp>
        <p:nvSpPr>
          <p:cNvPr id="612" name="Text 8"/>
          <p:cNvSpPr txBox="1"/>
          <p:nvPr/>
        </p:nvSpPr>
        <p:spPr>
          <a:xfrm>
            <a:off x="777240" y="8382569"/>
            <a:ext cx="7589520" cy="33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text itself named him for his grief before a single teaching had even begun.</a:t>
            </a:r>
          </a:p>
        </p:txBody>
      </p:sp>
      <p:sp>
        <p:nvSpPr>
          <p:cNvPr id="613" name="Text 9"/>
          <p:cNvSpPr txBox="1"/>
          <p:nvPr/>
        </p:nvSpPr>
        <p:spPr>
          <a:xfrm>
            <a:off x="777240" y="959738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5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↓  WHAT DOES THE DATA SAY?</a:t>
            </a:r>
          </a:p>
        </p:txBody>
      </p:sp>
      <p:sp>
        <p:nvSpPr>
          <p:cNvPr id="614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7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618" name="Text 2"/>
          <p:cNvSpPr txBox="1"/>
          <p:nvPr/>
        </p:nvSpPr>
        <p:spPr>
          <a:xfrm>
            <a:off x="777240" y="1830216"/>
            <a:ext cx="7589520" cy="362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His own named chapter versus his emotional average across all 18.</a:t>
            </a:r>
          </a:p>
        </p:txBody>
      </p:sp>
      <p:sp>
        <p:nvSpPr>
          <p:cNvPr id="619" name="Text 3"/>
          <p:cNvSpPr txBox="1"/>
          <p:nvPr/>
        </p:nvSpPr>
        <p:spPr>
          <a:xfrm>
            <a:off x="777239" y="281051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ARJUNA'S EMOTIONAL ARC / REAL VALUES FROM YOUR NOTEBOOK</a:t>
            </a:r>
          </a:p>
        </p:txBody>
      </p:sp>
      <p:sp>
        <p:nvSpPr>
          <p:cNvPr id="620" name="Text 4"/>
          <p:cNvSpPr txBox="1"/>
          <p:nvPr/>
        </p:nvSpPr>
        <p:spPr>
          <a:xfrm>
            <a:off x="1828799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1" name="Text 5"/>
          <p:cNvSpPr txBox="1"/>
          <p:nvPr/>
        </p:nvSpPr>
        <p:spPr>
          <a:xfrm>
            <a:off x="2338754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22" name="Text 6"/>
          <p:cNvSpPr txBox="1"/>
          <p:nvPr/>
        </p:nvSpPr>
        <p:spPr>
          <a:xfrm>
            <a:off x="2848708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3" name="Text 7"/>
          <p:cNvSpPr txBox="1"/>
          <p:nvPr/>
        </p:nvSpPr>
        <p:spPr>
          <a:xfrm>
            <a:off x="3358661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4" name="Text 8"/>
          <p:cNvSpPr txBox="1"/>
          <p:nvPr/>
        </p:nvSpPr>
        <p:spPr>
          <a:xfrm>
            <a:off x="3868614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25" name="Text 9"/>
          <p:cNvSpPr txBox="1"/>
          <p:nvPr/>
        </p:nvSpPr>
        <p:spPr>
          <a:xfrm>
            <a:off x="4378569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26" name="Text 10"/>
          <p:cNvSpPr txBox="1"/>
          <p:nvPr/>
        </p:nvSpPr>
        <p:spPr>
          <a:xfrm>
            <a:off x="4888522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27" name="Text 11"/>
          <p:cNvSpPr txBox="1"/>
          <p:nvPr/>
        </p:nvSpPr>
        <p:spPr>
          <a:xfrm>
            <a:off x="5398476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28" name="Text 12"/>
          <p:cNvSpPr txBox="1"/>
          <p:nvPr/>
        </p:nvSpPr>
        <p:spPr>
          <a:xfrm>
            <a:off x="5908431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29" name="Text 13"/>
          <p:cNvSpPr txBox="1"/>
          <p:nvPr/>
        </p:nvSpPr>
        <p:spPr>
          <a:xfrm>
            <a:off x="6418384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30" name="Text 14"/>
          <p:cNvSpPr txBox="1"/>
          <p:nvPr/>
        </p:nvSpPr>
        <p:spPr>
          <a:xfrm>
            <a:off x="6928337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631" name="Text 15"/>
          <p:cNvSpPr txBox="1"/>
          <p:nvPr/>
        </p:nvSpPr>
        <p:spPr>
          <a:xfrm>
            <a:off x="7438292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632" name="Text 16"/>
          <p:cNvSpPr txBox="1"/>
          <p:nvPr/>
        </p:nvSpPr>
        <p:spPr>
          <a:xfrm>
            <a:off x="7948246" y="3119374"/>
            <a:ext cx="418515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633" name="Text 17"/>
          <p:cNvSpPr txBox="1"/>
          <p:nvPr/>
        </p:nvSpPr>
        <p:spPr>
          <a:xfrm>
            <a:off x="777239" y="3432809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curiosity</a:t>
            </a:r>
          </a:p>
        </p:txBody>
      </p:sp>
      <p:sp>
        <p:nvSpPr>
          <p:cNvPr id="634" name="Shape 18"/>
          <p:cNvSpPr/>
          <p:nvPr/>
        </p:nvSpPr>
        <p:spPr>
          <a:xfrm>
            <a:off x="1783079" y="3337559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5" name="Text 19"/>
          <p:cNvSpPr txBox="1"/>
          <p:nvPr/>
        </p:nvSpPr>
        <p:spPr>
          <a:xfrm>
            <a:off x="1828799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636" name="Shape 20"/>
          <p:cNvSpPr/>
          <p:nvPr/>
        </p:nvSpPr>
        <p:spPr>
          <a:xfrm>
            <a:off x="2293034" y="3337559"/>
            <a:ext cx="491667" cy="377953"/>
          </a:xfrm>
          <a:prstGeom prst="rect">
            <a:avLst/>
          </a:prstGeom>
          <a:solidFill>
            <a:srgbClr val="22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7" name="Text 21"/>
          <p:cNvSpPr txBox="1"/>
          <p:nvPr/>
        </p:nvSpPr>
        <p:spPr>
          <a:xfrm>
            <a:off x="2338754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.15</a:t>
            </a:r>
          </a:p>
        </p:txBody>
      </p:sp>
      <p:sp>
        <p:nvSpPr>
          <p:cNvPr id="638" name="Shape 22"/>
          <p:cNvSpPr/>
          <p:nvPr/>
        </p:nvSpPr>
        <p:spPr>
          <a:xfrm>
            <a:off x="2802988" y="3337559"/>
            <a:ext cx="491667" cy="377953"/>
          </a:xfrm>
          <a:prstGeom prst="rect">
            <a:avLst/>
          </a:prstGeom>
          <a:solidFill>
            <a:srgbClr val="2C241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9" name="Text 23"/>
          <p:cNvSpPr txBox="1"/>
          <p:nvPr/>
        </p:nvSpPr>
        <p:spPr>
          <a:xfrm>
            <a:off x="2848708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.27</a:t>
            </a:r>
          </a:p>
        </p:txBody>
      </p:sp>
      <p:sp>
        <p:nvSpPr>
          <p:cNvPr id="640" name="Shape 24"/>
          <p:cNvSpPr/>
          <p:nvPr/>
        </p:nvSpPr>
        <p:spPr>
          <a:xfrm>
            <a:off x="3312941" y="3337559"/>
            <a:ext cx="491667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1" name="Text 25"/>
          <p:cNvSpPr txBox="1"/>
          <p:nvPr/>
        </p:nvSpPr>
        <p:spPr>
          <a:xfrm>
            <a:off x="3358661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642" name="Shape 26"/>
          <p:cNvSpPr/>
          <p:nvPr/>
        </p:nvSpPr>
        <p:spPr>
          <a:xfrm>
            <a:off x="3822894" y="3337559"/>
            <a:ext cx="491667" cy="377953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3" name="Text 27"/>
          <p:cNvSpPr txBox="1"/>
          <p:nvPr/>
        </p:nvSpPr>
        <p:spPr>
          <a:xfrm>
            <a:off x="3868614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644" name="Shape 28"/>
          <p:cNvSpPr/>
          <p:nvPr/>
        </p:nvSpPr>
        <p:spPr>
          <a:xfrm>
            <a:off x="4332849" y="3337559"/>
            <a:ext cx="491667" cy="377953"/>
          </a:xfrm>
          <a:prstGeom prst="rect">
            <a:avLst/>
          </a:prstGeom>
          <a:solidFill>
            <a:srgbClr val="262016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5" name="Text 29"/>
          <p:cNvSpPr txBox="1"/>
          <p:nvPr/>
        </p:nvSpPr>
        <p:spPr>
          <a:xfrm>
            <a:off x="4378569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.20</a:t>
            </a:r>
          </a:p>
        </p:txBody>
      </p:sp>
      <p:sp>
        <p:nvSpPr>
          <p:cNvPr id="646" name="Shape 30"/>
          <p:cNvSpPr/>
          <p:nvPr/>
        </p:nvSpPr>
        <p:spPr>
          <a:xfrm>
            <a:off x="4842802" y="3337559"/>
            <a:ext cx="491667" cy="377953"/>
          </a:xfrm>
          <a:prstGeom prst="rect">
            <a:avLst/>
          </a:prstGeom>
          <a:solidFill>
            <a:srgbClr val="30463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7" name="Text 31"/>
          <p:cNvSpPr txBox="1"/>
          <p:nvPr/>
        </p:nvSpPr>
        <p:spPr>
          <a:xfrm>
            <a:off x="4888522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.34</a:t>
            </a:r>
          </a:p>
        </p:txBody>
      </p:sp>
      <p:sp>
        <p:nvSpPr>
          <p:cNvPr id="648" name="Shape 32"/>
          <p:cNvSpPr/>
          <p:nvPr/>
        </p:nvSpPr>
        <p:spPr>
          <a:xfrm>
            <a:off x="5352756" y="3337559"/>
            <a:ext cx="491668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9" name="Text 33"/>
          <p:cNvSpPr txBox="1"/>
          <p:nvPr/>
        </p:nvSpPr>
        <p:spPr>
          <a:xfrm>
            <a:off x="5398476" y="3436365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650" name="Shape 34"/>
          <p:cNvSpPr/>
          <p:nvPr/>
        </p:nvSpPr>
        <p:spPr>
          <a:xfrm>
            <a:off x="5862711" y="3337559"/>
            <a:ext cx="491667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1" name="Text 35"/>
          <p:cNvSpPr txBox="1"/>
          <p:nvPr/>
        </p:nvSpPr>
        <p:spPr>
          <a:xfrm>
            <a:off x="5908431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652" name="Shape 36"/>
          <p:cNvSpPr/>
          <p:nvPr/>
        </p:nvSpPr>
        <p:spPr>
          <a:xfrm>
            <a:off x="6372664" y="3337559"/>
            <a:ext cx="491667" cy="377953"/>
          </a:xfrm>
          <a:prstGeom prst="rect">
            <a:avLst/>
          </a:prstGeom>
          <a:solidFill>
            <a:srgbClr val="33564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Text 37"/>
          <p:cNvSpPr txBox="1"/>
          <p:nvPr/>
        </p:nvSpPr>
        <p:spPr>
          <a:xfrm>
            <a:off x="6418384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.37</a:t>
            </a:r>
          </a:p>
        </p:txBody>
      </p:sp>
      <p:sp>
        <p:nvSpPr>
          <p:cNvPr id="654" name="Shape 38"/>
          <p:cNvSpPr/>
          <p:nvPr/>
        </p:nvSpPr>
        <p:spPr>
          <a:xfrm>
            <a:off x="6882617" y="3337559"/>
            <a:ext cx="491667" cy="377953"/>
          </a:xfrm>
          <a:prstGeom prst="rect">
            <a:avLst/>
          </a:prstGeom>
          <a:solidFill>
            <a:srgbClr val="1D18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Text 39"/>
          <p:cNvSpPr txBox="1"/>
          <p:nvPr/>
        </p:nvSpPr>
        <p:spPr>
          <a:xfrm>
            <a:off x="6928337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656" name="Shape 40"/>
          <p:cNvSpPr/>
          <p:nvPr/>
        </p:nvSpPr>
        <p:spPr>
          <a:xfrm>
            <a:off x="7392572" y="3337559"/>
            <a:ext cx="491667" cy="377953"/>
          </a:xfrm>
          <a:prstGeom prst="rect">
            <a:avLst/>
          </a:prstGeom>
          <a:solidFill>
            <a:srgbClr val="3FB59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7" name="Text 41"/>
          <p:cNvSpPr txBox="1"/>
          <p:nvPr/>
        </p:nvSpPr>
        <p:spPr>
          <a:xfrm>
            <a:off x="7438292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.55</a:t>
            </a:r>
          </a:p>
        </p:txBody>
      </p:sp>
      <p:sp>
        <p:nvSpPr>
          <p:cNvPr id="658" name="Shape 42"/>
          <p:cNvSpPr/>
          <p:nvPr/>
        </p:nvSpPr>
        <p:spPr>
          <a:xfrm>
            <a:off x="7902526" y="3337559"/>
            <a:ext cx="491667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9" name="Text 43"/>
          <p:cNvSpPr txBox="1"/>
          <p:nvPr/>
        </p:nvSpPr>
        <p:spPr>
          <a:xfrm>
            <a:off x="7948246" y="34363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660" name="Text 44"/>
          <p:cNvSpPr txBox="1"/>
          <p:nvPr/>
        </p:nvSpPr>
        <p:spPr>
          <a:xfrm>
            <a:off x="777239" y="382905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confusion</a:t>
            </a:r>
          </a:p>
        </p:txBody>
      </p:sp>
      <p:sp>
        <p:nvSpPr>
          <p:cNvPr id="661" name="Shape 45"/>
          <p:cNvSpPr/>
          <p:nvPr/>
        </p:nvSpPr>
        <p:spPr>
          <a:xfrm>
            <a:off x="1783079" y="3733799"/>
            <a:ext cx="491667" cy="377954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2" name="Text 46"/>
          <p:cNvSpPr txBox="1"/>
          <p:nvPr/>
        </p:nvSpPr>
        <p:spPr>
          <a:xfrm>
            <a:off x="1828799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663" name="Shape 47"/>
          <p:cNvSpPr/>
          <p:nvPr/>
        </p:nvSpPr>
        <p:spPr>
          <a:xfrm>
            <a:off x="2293034" y="3733799"/>
            <a:ext cx="491667" cy="377954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4" name="Text 48"/>
          <p:cNvSpPr txBox="1"/>
          <p:nvPr/>
        </p:nvSpPr>
        <p:spPr>
          <a:xfrm>
            <a:off x="2338754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.16</a:t>
            </a:r>
          </a:p>
        </p:txBody>
      </p:sp>
      <p:sp>
        <p:nvSpPr>
          <p:cNvPr id="665" name="Shape 49"/>
          <p:cNvSpPr/>
          <p:nvPr/>
        </p:nvSpPr>
        <p:spPr>
          <a:xfrm>
            <a:off x="2802988" y="3733799"/>
            <a:ext cx="491667" cy="377954"/>
          </a:xfrm>
          <a:prstGeom prst="rect">
            <a:avLst/>
          </a:prstGeom>
          <a:solidFill>
            <a:srgbClr val="32514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Text 50"/>
          <p:cNvSpPr txBox="1"/>
          <p:nvPr/>
        </p:nvSpPr>
        <p:spPr>
          <a:xfrm>
            <a:off x="2848708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.36</a:t>
            </a:r>
          </a:p>
        </p:txBody>
      </p:sp>
      <p:sp>
        <p:nvSpPr>
          <p:cNvPr id="667" name="Shape 51"/>
          <p:cNvSpPr/>
          <p:nvPr/>
        </p:nvSpPr>
        <p:spPr>
          <a:xfrm>
            <a:off x="3312941" y="3733799"/>
            <a:ext cx="491667" cy="377954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8" name="Text 52"/>
          <p:cNvSpPr txBox="1"/>
          <p:nvPr/>
        </p:nvSpPr>
        <p:spPr>
          <a:xfrm>
            <a:off x="3358661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.18</a:t>
            </a:r>
          </a:p>
        </p:txBody>
      </p:sp>
      <p:sp>
        <p:nvSpPr>
          <p:cNvPr id="669" name="Shape 53"/>
          <p:cNvSpPr/>
          <p:nvPr/>
        </p:nvSpPr>
        <p:spPr>
          <a:xfrm>
            <a:off x="3822894" y="3733799"/>
            <a:ext cx="491667" cy="377954"/>
          </a:xfrm>
          <a:prstGeom prst="rect">
            <a:avLst/>
          </a:prstGeom>
          <a:solidFill>
            <a:srgbClr val="231D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0" name="Text 54"/>
          <p:cNvSpPr txBox="1"/>
          <p:nvPr/>
        </p:nvSpPr>
        <p:spPr>
          <a:xfrm>
            <a:off x="3868614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.16</a:t>
            </a:r>
          </a:p>
        </p:txBody>
      </p:sp>
      <p:sp>
        <p:nvSpPr>
          <p:cNvPr id="671" name="Shape 55"/>
          <p:cNvSpPr/>
          <p:nvPr/>
        </p:nvSpPr>
        <p:spPr>
          <a:xfrm>
            <a:off x="4332849" y="3733799"/>
            <a:ext cx="491667" cy="377954"/>
          </a:xfrm>
          <a:prstGeom prst="rect">
            <a:avLst/>
          </a:prstGeom>
          <a:solidFill>
            <a:srgbClr val="201B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2" name="Text 56"/>
          <p:cNvSpPr txBox="1"/>
          <p:nvPr/>
        </p:nvSpPr>
        <p:spPr>
          <a:xfrm>
            <a:off x="4378569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.12</a:t>
            </a:r>
          </a:p>
        </p:txBody>
      </p:sp>
      <p:sp>
        <p:nvSpPr>
          <p:cNvPr id="673" name="Shape 57"/>
          <p:cNvSpPr/>
          <p:nvPr/>
        </p:nvSpPr>
        <p:spPr>
          <a:xfrm>
            <a:off x="4842802" y="3733799"/>
            <a:ext cx="491667" cy="377954"/>
          </a:xfrm>
          <a:prstGeom prst="rect">
            <a:avLst/>
          </a:prstGeom>
          <a:solidFill>
            <a:srgbClr val="2922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Text 58"/>
          <p:cNvSpPr txBox="1"/>
          <p:nvPr/>
        </p:nvSpPr>
        <p:spPr>
          <a:xfrm>
            <a:off x="4888522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.24</a:t>
            </a:r>
          </a:p>
        </p:txBody>
      </p:sp>
      <p:sp>
        <p:nvSpPr>
          <p:cNvPr id="675" name="Shape 59"/>
          <p:cNvSpPr/>
          <p:nvPr/>
        </p:nvSpPr>
        <p:spPr>
          <a:xfrm>
            <a:off x="5352756" y="3733799"/>
            <a:ext cx="491668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Text 60"/>
          <p:cNvSpPr txBox="1"/>
          <p:nvPr/>
        </p:nvSpPr>
        <p:spPr>
          <a:xfrm>
            <a:off x="5398476" y="3832606"/>
            <a:ext cx="40022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677" name="Shape 61"/>
          <p:cNvSpPr/>
          <p:nvPr/>
        </p:nvSpPr>
        <p:spPr>
          <a:xfrm>
            <a:off x="5862711" y="3733799"/>
            <a:ext cx="491667" cy="377954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Text 62"/>
          <p:cNvSpPr txBox="1"/>
          <p:nvPr/>
        </p:nvSpPr>
        <p:spPr>
          <a:xfrm>
            <a:off x="5908431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679" name="Shape 63"/>
          <p:cNvSpPr/>
          <p:nvPr/>
        </p:nvSpPr>
        <p:spPr>
          <a:xfrm>
            <a:off x="6372664" y="3733799"/>
            <a:ext cx="491667" cy="377954"/>
          </a:xfrm>
          <a:prstGeom prst="rect">
            <a:avLst/>
          </a:prstGeom>
          <a:solidFill>
            <a:srgbClr val="24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0" name="Text 64"/>
          <p:cNvSpPr txBox="1"/>
          <p:nvPr/>
        </p:nvSpPr>
        <p:spPr>
          <a:xfrm>
            <a:off x="6418384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.17</a:t>
            </a:r>
          </a:p>
        </p:txBody>
      </p:sp>
      <p:sp>
        <p:nvSpPr>
          <p:cNvPr id="681" name="Shape 65"/>
          <p:cNvSpPr/>
          <p:nvPr/>
        </p:nvSpPr>
        <p:spPr>
          <a:xfrm>
            <a:off x="6882617" y="3733799"/>
            <a:ext cx="491667" cy="377954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2" name="Text 66"/>
          <p:cNvSpPr txBox="1"/>
          <p:nvPr/>
        </p:nvSpPr>
        <p:spPr>
          <a:xfrm>
            <a:off x="6928337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683" name="Shape 67"/>
          <p:cNvSpPr/>
          <p:nvPr/>
        </p:nvSpPr>
        <p:spPr>
          <a:xfrm>
            <a:off x="7392572" y="3733799"/>
            <a:ext cx="491667" cy="377954"/>
          </a:xfrm>
          <a:prstGeom prst="rect">
            <a:avLst/>
          </a:prstGeom>
          <a:solidFill>
            <a:srgbClr val="25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4" name="Text 68"/>
          <p:cNvSpPr txBox="1"/>
          <p:nvPr/>
        </p:nvSpPr>
        <p:spPr>
          <a:xfrm>
            <a:off x="7438292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.18</a:t>
            </a:r>
          </a:p>
        </p:txBody>
      </p:sp>
      <p:sp>
        <p:nvSpPr>
          <p:cNvPr id="685" name="Shape 69"/>
          <p:cNvSpPr/>
          <p:nvPr/>
        </p:nvSpPr>
        <p:spPr>
          <a:xfrm>
            <a:off x="7902526" y="3733799"/>
            <a:ext cx="491667" cy="377954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Text 70"/>
          <p:cNvSpPr txBox="1"/>
          <p:nvPr/>
        </p:nvSpPr>
        <p:spPr>
          <a:xfrm>
            <a:off x="7948246" y="38326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687" name="Text 71"/>
          <p:cNvSpPr txBox="1"/>
          <p:nvPr/>
        </p:nvSpPr>
        <p:spPr>
          <a:xfrm>
            <a:off x="777239" y="422529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admiration</a:t>
            </a:r>
          </a:p>
        </p:txBody>
      </p:sp>
      <p:sp>
        <p:nvSpPr>
          <p:cNvPr id="688" name="Shape 72"/>
          <p:cNvSpPr/>
          <p:nvPr/>
        </p:nvSpPr>
        <p:spPr>
          <a:xfrm>
            <a:off x="1783079" y="41300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9" name="Text 73"/>
          <p:cNvSpPr txBox="1"/>
          <p:nvPr/>
        </p:nvSpPr>
        <p:spPr>
          <a:xfrm>
            <a:off x="1828799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690" name="Shape 74"/>
          <p:cNvSpPr/>
          <p:nvPr/>
        </p:nvSpPr>
        <p:spPr>
          <a:xfrm>
            <a:off x="2293034" y="4130040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1" name="Text 75"/>
          <p:cNvSpPr txBox="1"/>
          <p:nvPr/>
        </p:nvSpPr>
        <p:spPr>
          <a:xfrm>
            <a:off x="2338754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692" name="Shape 76"/>
          <p:cNvSpPr/>
          <p:nvPr/>
        </p:nvSpPr>
        <p:spPr>
          <a:xfrm>
            <a:off x="2802988" y="41300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3" name="Text 77"/>
          <p:cNvSpPr txBox="1"/>
          <p:nvPr/>
        </p:nvSpPr>
        <p:spPr>
          <a:xfrm>
            <a:off x="2848708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694" name="Shape 78"/>
          <p:cNvSpPr/>
          <p:nvPr/>
        </p:nvSpPr>
        <p:spPr>
          <a:xfrm>
            <a:off x="3312941" y="4130040"/>
            <a:ext cx="491667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Text 79"/>
          <p:cNvSpPr txBox="1"/>
          <p:nvPr/>
        </p:nvSpPr>
        <p:spPr>
          <a:xfrm>
            <a:off x="3358661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696" name="Shape 80"/>
          <p:cNvSpPr/>
          <p:nvPr/>
        </p:nvSpPr>
        <p:spPr>
          <a:xfrm>
            <a:off x="3822894" y="4130040"/>
            <a:ext cx="491667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Text 81"/>
          <p:cNvSpPr txBox="1"/>
          <p:nvPr/>
        </p:nvSpPr>
        <p:spPr>
          <a:xfrm>
            <a:off x="3868614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698" name="Shape 82"/>
          <p:cNvSpPr/>
          <p:nvPr/>
        </p:nvSpPr>
        <p:spPr>
          <a:xfrm>
            <a:off x="4332849" y="41300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9" name="Text 83"/>
          <p:cNvSpPr txBox="1"/>
          <p:nvPr/>
        </p:nvSpPr>
        <p:spPr>
          <a:xfrm>
            <a:off x="4378569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00" name="Shape 84"/>
          <p:cNvSpPr/>
          <p:nvPr/>
        </p:nvSpPr>
        <p:spPr>
          <a:xfrm>
            <a:off x="4842802" y="41300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1" name="Text 85"/>
          <p:cNvSpPr txBox="1"/>
          <p:nvPr/>
        </p:nvSpPr>
        <p:spPr>
          <a:xfrm>
            <a:off x="4888522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02" name="Shape 86"/>
          <p:cNvSpPr/>
          <p:nvPr/>
        </p:nvSpPr>
        <p:spPr>
          <a:xfrm>
            <a:off x="5352756" y="4130040"/>
            <a:ext cx="491668" cy="377953"/>
          </a:xfrm>
          <a:prstGeom prst="rect">
            <a:avLst/>
          </a:prstGeom>
          <a:solidFill>
            <a:srgbClr val="30413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3" name="Text 87"/>
          <p:cNvSpPr txBox="1"/>
          <p:nvPr/>
        </p:nvSpPr>
        <p:spPr>
          <a:xfrm>
            <a:off x="5398476" y="4228846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.33</a:t>
            </a:r>
          </a:p>
        </p:txBody>
      </p:sp>
      <p:sp>
        <p:nvSpPr>
          <p:cNvPr id="704" name="Shape 88"/>
          <p:cNvSpPr/>
          <p:nvPr/>
        </p:nvSpPr>
        <p:spPr>
          <a:xfrm>
            <a:off x="5862711" y="4130040"/>
            <a:ext cx="491667" cy="377953"/>
          </a:xfrm>
          <a:prstGeom prst="rect">
            <a:avLst/>
          </a:prstGeom>
          <a:solidFill>
            <a:srgbClr val="304638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5" name="Text 89"/>
          <p:cNvSpPr txBox="1"/>
          <p:nvPr/>
        </p:nvSpPr>
        <p:spPr>
          <a:xfrm>
            <a:off x="5908431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.34</a:t>
            </a:r>
          </a:p>
        </p:txBody>
      </p:sp>
      <p:sp>
        <p:nvSpPr>
          <p:cNvPr id="706" name="Shape 90"/>
          <p:cNvSpPr/>
          <p:nvPr/>
        </p:nvSpPr>
        <p:spPr>
          <a:xfrm>
            <a:off x="6372664" y="41300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7" name="Text 91"/>
          <p:cNvSpPr txBox="1"/>
          <p:nvPr/>
        </p:nvSpPr>
        <p:spPr>
          <a:xfrm>
            <a:off x="6418384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08" name="Shape 92"/>
          <p:cNvSpPr/>
          <p:nvPr/>
        </p:nvSpPr>
        <p:spPr>
          <a:xfrm>
            <a:off x="6882617" y="4130040"/>
            <a:ext cx="491667" cy="377953"/>
          </a:xfrm>
          <a:prstGeom prst="rect">
            <a:avLst/>
          </a:prstGeom>
          <a:solidFill>
            <a:srgbClr val="1E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9" name="Text 93"/>
          <p:cNvSpPr txBox="1"/>
          <p:nvPr/>
        </p:nvSpPr>
        <p:spPr>
          <a:xfrm>
            <a:off x="6928337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710" name="Shape 94"/>
          <p:cNvSpPr/>
          <p:nvPr/>
        </p:nvSpPr>
        <p:spPr>
          <a:xfrm>
            <a:off x="7392572" y="41300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1" name="Text 95"/>
          <p:cNvSpPr txBox="1"/>
          <p:nvPr/>
        </p:nvSpPr>
        <p:spPr>
          <a:xfrm>
            <a:off x="7438292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12" name="Shape 96"/>
          <p:cNvSpPr/>
          <p:nvPr/>
        </p:nvSpPr>
        <p:spPr>
          <a:xfrm>
            <a:off x="7902526" y="4130040"/>
            <a:ext cx="491667" cy="377953"/>
          </a:xfrm>
          <a:prstGeom prst="rect">
            <a:avLst/>
          </a:prstGeom>
          <a:solidFill>
            <a:srgbClr val="2C271A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3" name="Text 97"/>
          <p:cNvSpPr txBox="1"/>
          <p:nvPr/>
        </p:nvSpPr>
        <p:spPr>
          <a:xfrm>
            <a:off x="7948246" y="42288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.28</a:t>
            </a:r>
          </a:p>
        </p:txBody>
      </p:sp>
      <p:sp>
        <p:nvSpPr>
          <p:cNvPr id="714" name="Text 98"/>
          <p:cNvSpPr txBox="1"/>
          <p:nvPr/>
        </p:nvSpPr>
        <p:spPr>
          <a:xfrm>
            <a:off x="777239" y="4621529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approval</a:t>
            </a:r>
          </a:p>
        </p:txBody>
      </p:sp>
      <p:sp>
        <p:nvSpPr>
          <p:cNvPr id="715" name="Shape 99"/>
          <p:cNvSpPr/>
          <p:nvPr/>
        </p:nvSpPr>
        <p:spPr>
          <a:xfrm>
            <a:off x="1783079" y="4526279"/>
            <a:ext cx="491667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" name="Text 100"/>
          <p:cNvSpPr txBox="1"/>
          <p:nvPr/>
        </p:nvSpPr>
        <p:spPr>
          <a:xfrm>
            <a:off x="1828799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717" name="Shape 101"/>
          <p:cNvSpPr/>
          <p:nvPr/>
        </p:nvSpPr>
        <p:spPr>
          <a:xfrm>
            <a:off x="2293034" y="4526279"/>
            <a:ext cx="491667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8" name="Text 102"/>
          <p:cNvSpPr txBox="1"/>
          <p:nvPr/>
        </p:nvSpPr>
        <p:spPr>
          <a:xfrm>
            <a:off x="2338754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719" name="Shape 103"/>
          <p:cNvSpPr/>
          <p:nvPr/>
        </p:nvSpPr>
        <p:spPr>
          <a:xfrm>
            <a:off x="2802988" y="4526279"/>
            <a:ext cx="491667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0" name="Text 104"/>
          <p:cNvSpPr txBox="1"/>
          <p:nvPr/>
        </p:nvSpPr>
        <p:spPr>
          <a:xfrm>
            <a:off x="2848708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721" name="Shape 105"/>
          <p:cNvSpPr/>
          <p:nvPr/>
        </p:nvSpPr>
        <p:spPr>
          <a:xfrm>
            <a:off x="3312941" y="4526279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2" name="Text 106"/>
          <p:cNvSpPr txBox="1"/>
          <p:nvPr/>
        </p:nvSpPr>
        <p:spPr>
          <a:xfrm>
            <a:off x="3358661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723" name="Shape 107"/>
          <p:cNvSpPr/>
          <p:nvPr/>
        </p:nvSpPr>
        <p:spPr>
          <a:xfrm>
            <a:off x="3822894" y="4526279"/>
            <a:ext cx="491667" cy="377953"/>
          </a:xfrm>
          <a:prstGeom prst="rect">
            <a:avLst/>
          </a:prstGeom>
          <a:solidFill>
            <a:srgbClr val="241E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4" name="Text 108"/>
          <p:cNvSpPr txBox="1"/>
          <p:nvPr/>
        </p:nvSpPr>
        <p:spPr>
          <a:xfrm>
            <a:off x="3868614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.17</a:t>
            </a:r>
          </a:p>
        </p:txBody>
      </p:sp>
      <p:sp>
        <p:nvSpPr>
          <p:cNvPr id="725" name="Shape 109"/>
          <p:cNvSpPr/>
          <p:nvPr/>
        </p:nvSpPr>
        <p:spPr>
          <a:xfrm>
            <a:off x="4332849" y="4526279"/>
            <a:ext cx="491667" cy="377953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6" name="Text 110"/>
          <p:cNvSpPr txBox="1"/>
          <p:nvPr/>
        </p:nvSpPr>
        <p:spPr>
          <a:xfrm>
            <a:off x="4378569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.05</a:t>
            </a:r>
          </a:p>
        </p:txBody>
      </p:sp>
      <p:sp>
        <p:nvSpPr>
          <p:cNvPr id="727" name="Shape 111"/>
          <p:cNvSpPr/>
          <p:nvPr/>
        </p:nvSpPr>
        <p:spPr>
          <a:xfrm>
            <a:off x="4842802" y="4526279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8" name="Text 112"/>
          <p:cNvSpPr txBox="1"/>
          <p:nvPr/>
        </p:nvSpPr>
        <p:spPr>
          <a:xfrm>
            <a:off x="4888522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29" name="Shape 113"/>
          <p:cNvSpPr/>
          <p:nvPr/>
        </p:nvSpPr>
        <p:spPr>
          <a:xfrm>
            <a:off x="5352756" y="4526279"/>
            <a:ext cx="491668" cy="377953"/>
          </a:xfrm>
          <a:prstGeom prst="rect">
            <a:avLst/>
          </a:prstGeom>
          <a:solidFill>
            <a:srgbClr val="292117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0" name="Text 114"/>
          <p:cNvSpPr txBox="1"/>
          <p:nvPr/>
        </p:nvSpPr>
        <p:spPr>
          <a:xfrm>
            <a:off x="5398476" y="4625085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.23</a:t>
            </a:r>
          </a:p>
        </p:txBody>
      </p:sp>
      <p:sp>
        <p:nvSpPr>
          <p:cNvPr id="731" name="Shape 115"/>
          <p:cNvSpPr/>
          <p:nvPr/>
        </p:nvSpPr>
        <p:spPr>
          <a:xfrm>
            <a:off x="5862711" y="4526279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2" name="Text 116"/>
          <p:cNvSpPr txBox="1"/>
          <p:nvPr/>
        </p:nvSpPr>
        <p:spPr>
          <a:xfrm>
            <a:off x="5908431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733" name="Shape 117"/>
          <p:cNvSpPr/>
          <p:nvPr/>
        </p:nvSpPr>
        <p:spPr>
          <a:xfrm>
            <a:off x="6372664" y="4526279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4" name="Text 118"/>
          <p:cNvSpPr txBox="1"/>
          <p:nvPr/>
        </p:nvSpPr>
        <p:spPr>
          <a:xfrm>
            <a:off x="6418384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35" name="Shape 119"/>
          <p:cNvSpPr/>
          <p:nvPr/>
        </p:nvSpPr>
        <p:spPr>
          <a:xfrm>
            <a:off x="6882617" y="4526279"/>
            <a:ext cx="491667" cy="377953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6" name="Text 120"/>
          <p:cNvSpPr txBox="1"/>
          <p:nvPr/>
        </p:nvSpPr>
        <p:spPr>
          <a:xfrm>
            <a:off x="6928337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737" name="Shape 121"/>
          <p:cNvSpPr/>
          <p:nvPr/>
        </p:nvSpPr>
        <p:spPr>
          <a:xfrm>
            <a:off x="7392572" y="4526279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8" name="Text 122"/>
          <p:cNvSpPr txBox="1"/>
          <p:nvPr/>
        </p:nvSpPr>
        <p:spPr>
          <a:xfrm>
            <a:off x="7438292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39" name="Shape 123"/>
          <p:cNvSpPr/>
          <p:nvPr/>
        </p:nvSpPr>
        <p:spPr>
          <a:xfrm>
            <a:off x="7902526" y="4526279"/>
            <a:ext cx="491667" cy="377953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0" name="Text 124"/>
          <p:cNvSpPr txBox="1"/>
          <p:nvPr/>
        </p:nvSpPr>
        <p:spPr>
          <a:xfrm>
            <a:off x="7948246" y="462508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.09</a:t>
            </a:r>
          </a:p>
        </p:txBody>
      </p:sp>
      <p:sp>
        <p:nvSpPr>
          <p:cNvPr id="741" name="Text 125"/>
          <p:cNvSpPr txBox="1"/>
          <p:nvPr/>
        </p:nvSpPr>
        <p:spPr>
          <a:xfrm>
            <a:off x="777239" y="501777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joy</a:t>
            </a:r>
          </a:p>
        </p:txBody>
      </p:sp>
      <p:sp>
        <p:nvSpPr>
          <p:cNvPr id="742" name="Shape 126"/>
          <p:cNvSpPr/>
          <p:nvPr/>
        </p:nvSpPr>
        <p:spPr>
          <a:xfrm>
            <a:off x="1783079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3" name="Text 127"/>
          <p:cNvSpPr txBox="1"/>
          <p:nvPr/>
        </p:nvSpPr>
        <p:spPr>
          <a:xfrm>
            <a:off x="1828799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44" name="Shape 128"/>
          <p:cNvSpPr/>
          <p:nvPr/>
        </p:nvSpPr>
        <p:spPr>
          <a:xfrm>
            <a:off x="2293034" y="4922520"/>
            <a:ext cx="491667" cy="377953"/>
          </a:xfrm>
          <a:prstGeom prst="rect">
            <a:avLst/>
          </a:prstGeom>
          <a:solidFill>
            <a:srgbClr val="221C1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5" name="Text 129"/>
          <p:cNvSpPr txBox="1"/>
          <p:nvPr/>
        </p:nvSpPr>
        <p:spPr>
          <a:xfrm>
            <a:off x="2338754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.14</a:t>
            </a:r>
          </a:p>
        </p:txBody>
      </p:sp>
      <p:sp>
        <p:nvSpPr>
          <p:cNvPr id="746" name="Shape 130"/>
          <p:cNvSpPr/>
          <p:nvPr/>
        </p:nvSpPr>
        <p:spPr>
          <a:xfrm>
            <a:off x="2802988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7" name="Text 131"/>
          <p:cNvSpPr txBox="1"/>
          <p:nvPr/>
        </p:nvSpPr>
        <p:spPr>
          <a:xfrm>
            <a:off x="2848708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48" name="Shape 132"/>
          <p:cNvSpPr/>
          <p:nvPr/>
        </p:nvSpPr>
        <p:spPr>
          <a:xfrm>
            <a:off x="3312941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9" name="Text 133"/>
          <p:cNvSpPr txBox="1"/>
          <p:nvPr/>
        </p:nvSpPr>
        <p:spPr>
          <a:xfrm>
            <a:off x="3358661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50" name="Shape 134"/>
          <p:cNvSpPr/>
          <p:nvPr/>
        </p:nvSpPr>
        <p:spPr>
          <a:xfrm>
            <a:off x="3822894" y="4922520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Text 135"/>
          <p:cNvSpPr txBox="1"/>
          <p:nvPr/>
        </p:nvSpPr>
        <p:spPr>
          <a:xfrm>
            <a:off x="3868614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752" name="Shape 136"/>
          <p:cNvSpPr/>
          <p:nvPr/>
        </p:nvSpPr>
        <p:spPr>
          <a:xfrm>
            <a:off x="4332849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" name="Text 137"/>
          <p:cNvSpPr txBox="1"/>
          <p:nvPr/>
        </p:nvSpPr>
        <p:spPr>
          <a:xfrm>
            <a:off x="4378569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54" name="Shape 138"/>
          <p:cNvSpPr/>
          <p:nvPr/>
        </p:nvSpPr>
        <p:spPr>
          <a:xfrm>
            <a:off x="4842802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Text 139"/>
          <p:cNvSpPr txBox="1"/>
          <p:nvPr/>
        </p:nvSpPr>
        <p:spPr>
          <a:xfrm>
            <a:off x="4888522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56" name="Shape 140"/>
          <p:cNvSpPr/>
          <p:nvPr/>
        </p:nvSpPr>
        <p:spPr>
          <a:xfrm>
            <a:off x="5352756" y="4922520"/>
            <a:ext cx="491668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7" name="Text 141"/>
          <p:cNvSpPr txBox="1"/>
          <p:nvPr/>
        </p:nvSpPr>
        <p:spPr>
          <a:xfrm>
            <a:off x="5398476" y="5021326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58" name="Shape 142"/>
          <p:cNvSpPr/>
          <p:nvPr/>
        </p:nvSpPr>
        <p:spPr>
          <a:xfrm>
            <a:off x="5862711" y="4922520"/>
            <a:ext cx="491667" cy="377953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9" name="Text 143"/>
          <p:cNvSpPr txBox="1"/>
          <p:nvPr/>
        </p:nvSpPr>
        <p:spPr>
          <a:xfrm>
            <a:off x="5908431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760" name="Shape 144"/>
          <p:cNvSpPr/>
          <p:nvPr/>
        </p:nvSpPr>
        <p:spPr>
          <a:xfrm>
            <a:off x="6372664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1" name="Text 145"/>
          <p:cNvSpPr txBox="1"/>
          <p:nvPr/>
        </p:nvSpPr>
        <p:spPr>
          <a:xfrm>
            <a:off x="6418384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62" name="Shape 146"/>
          <p:cNvSpPr/>
          <p:nvPr/>
        </p:nvSpPr>
        <p:spPr>
          <a:xfrm>
            <a:off x="6882617" y="4922520"/>
            <a:ext cx="491667" cy="377953"/>
          </a:xfrm>
          <a:prstGeom prst="rect">
            <a:avLst/>
          </a:prstGeom>
          <a:solidFill>
            <a:srgbClr val="1D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3" name="Text 147"/>
          <p:cNvSpPr txBox="1"/>
          <p:nvPr/>
        </p:nvSpPr>
        <p:spPr>
          <a:xfrm>
            <a:off x="6928337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.08</a:t>
            </a:r>
          </a:p>
        </p:txBody>
      </p:sp>
      <p:sp>
        <p:nvSpPr>
          <p:cNvPr id="764" name="Shape 148"/>
          <p:cNvSpPr/>
          <p:nvPr/>
        </p:nvSpPr>
        <p:spPr>
          <a:xfrm>
            <a:off x="7392572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5" name="Text 149"/>
          <p:cNvSpPr txBox="1"/>
          <p:nvPr/>
        </p:nvSpPr>
        <p:spPr>
          <a:xfrm>
            <a:off x="7438292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66" name="Shape 150"/>
          <p:cNvSpPr/>
          <p:nvPr/>
        </p:nvSpPr>
        <p:spPr>
          <a:xfrm>
            <a:off x="7902526" y="492252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7" name="Text 151"/>
          <p:cNvSpPr txBox="1"/>
          <p:nvPr/>
        </p:nvSpPr>
        <p:spPr>
          <a:xfrm>
            <a:off x="7948246" y="502132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68" name="Text 152"/>
          <p:cNvSpPr txBox="1"/>
          <p:nvPr/>
        </p:nvSpPr>
        <p:spPr>
          <a:xfrm>
            <a:off x="777239" y="5414009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caring</a:t>
            </a:r>
          </a:p>
        </p:txBody>
      </p:sp>
      <p:sp>
        <p:nvSpPr>
          <p:cNvPr id="769" name="Shape 153"/>
          <p:cNvSpPr/>
          <p:nvPr/>
        </p:nvSpPr>
        <p:spPr>
          <a:xfrm>
            <a:off x="1783079" y="5318759"/>
            <a:ext cx="491667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0" name="Text 154"/>
          <p:cNvSpPr txBox="1"/>
          <p:nvPr/>
        </p:nvSpPr>
        <p:spPr>
          <a:xfrm>
            <a:off x="1828799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71" name="Shape 155"/>
          <p:cNvSpPr/>
          <p:nvPr/>
        </p:nvSpPr>
        <p:spPr>
          <a:xfrm>
            <a:off x="2293034" y="5318759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2" name="Text 156"/>
          <p:cNvSpPr txBox="1"/>
          <p:nvPr/>
        </p:nvSpPr>
        <p:spPr>
          <a:xfrm>
            <a:off x="2338754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773" name="Shape 157"/>
          <p:cNvSpPr/>
          <p:nvPr/>
        </p:nvSpPr>
        <p:spPr>
          <a:xfrm>
            <a:off x="2802988" y="5318759"/>
            <a:ext cx="491667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4" name="Text 158"/>
          <p:cNvSpPr txBox="1"/>
          <p:nvPr/>
        </p:nvSpPr>
        <p:spPr>
          <a:xfrm>
            <a:off x="2848708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75" name="Shape 159"/>
          <p:cNvSpPr/>
          <p:nvPr/>
        </p:nvSpPr>
        <p:spPr>
          <a:xfrm>
            <a:off x="3312941" y="5318759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6" name="Text 160"/>
          <p:cNvSpPr txBox="1"/>
          <p:nvPr/>
        </p:nvSpPr>
        <p:spPr>
          <a:xfrm>
            <a:off x="3358661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77" name="Shape 161"/>
          <p:cNvSpPr/>
          <p:nvPr/>
        </p:nvSpPr>
        <p:spPr>
          <a:xfrm>
            <a:off x="3822894" y="5318759"/>
            <a:ext cx="491667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8" name="Text 162"/>
          <p:cNvSpPr txBox="1"/>
          <p:nvPr/>
        </p:nvSpPr>
        <p:spPr>
          <a:xfrm>
            <a:off x="3868614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779" name="Shape 163"/>
          <p:cNvSpPr/>
          <p:nvPr/>
        </p:nvSpPr>
        <p:spPr>
          <a:xfrm>
            <a:off x="4332849" y="5318759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0" name="Text 164"/>
          <p:cNvSpPr txBox="1"/>
          <p:nvPr/>
        </p:nvSpPr>
        <p:spPr>
          <a:xfrm>
            <a:off x="4378569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81" name="Shape 165"/>
          <p:cNvSpPr/>
          <p:nvPr/>
        </p:nvSpPr>
        <p:spPr>
          <a:xfrm>
            <a:off x="4842802" y="5318759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2" name="Text 166"/>
          <p:cNvSpPr txBox="1"/>
          <p:nvPr/>
        </p:nvSpPr>
        <p:spPr>
          <a:xfrm>
            <a:off x="4888522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83" name="Shape 167"/>
          <p:cNvSpPr/>
          <p:nvPr/>
        </p:nvSpPr>
        <p:spPr>
          <a:xfrm>
            <a:off x="5352756" y="5318759"/>
            <a:ext cx="491668" cy="377953"/>
          </a:xfrm>
          <a:prstGeom prst="rect">
            <a:avLst/>
          </a:prstGeom>
          <a:solidFill>
            <a:srgbClr val="18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4" name="Text 168"/>
          <p:cNvSpPr txBox="1"/>
          <p:nvPr/>
        </p:nvSpPr>
        <p:spPr>
          <a:xfrm>
            <a:off x="5398476" y="5417565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785" name="Shape 169"/>
          <p:cNvSpPr/>
          <p:nvPr/>
        </p:nvSpPr>
        <p:spPr>
          <a:xfrm>
            <a:off x="5862711" y="5318759"/>
            <a:ext cx="491667" cy="377953"/>
          </a:xfrm>
          <a:prstGeom prst="rect">
            <a:avLst/>
          </a:prstGeom>
          <a:solidFill>
            <a:srgbClr val="1A17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6" name="Text 170"/>
          <p:cNvSpPr txBox="1"/>
          <p:nvPr/>
        </p:nvSpPr>
        <p:spPr>
          <a:xfrm>
            <a:off x="5908431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787" name="Shape 171"/>
          <p:cNvSpPr/>
          <p:nvPr/>
        </p:nvSpPr>
        <p:spPr>
          <a:xfrm>
            <a:off x="6372664" y="5318759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" name="Text 172"/>
          <p:cNvSpPr txBox="1"/>
          <p:nvPr/>
        </p:nvSpPr>
        <p:spPr>
          <a:xfrm>
            <a:off x="6418384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89" name="Shape 173"/>
          <p:cNvSpPr/>
          <p:nvPr/>
        </p:nvSpPr>
        <p:spPr>
          <a:xfrm>
            <a:off x="6882617" y="5318759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0" name="Text 174"/>
          <p:cNvSpPr txBox="1"/>
          <p:nvPr/>
        </p:nvSpPr>
        <p:spPr>
          <a:xfrm>
            <a:off x="6928337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791" name="Shape 175"/>
          <p:cNvSpPr/>
          <p:nvPr/>
        </p:nvSpPr>
        <p:spPr>
          <a:xfrm>
            <a:off x="7392572" y="5318759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" name="Text 176"/>
          <p:cNvSpPr txBox="1"/>
          <p:nvPr/>
        </p:nvSpPr>
        <p:spPr>
          <a:xfrm>
            <a:off x="7438292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793" name="Shape 177"/>
          <p:cNvSpPr/>
          <p:nvPr/>
        </p:nvSpPr>
        <p:spPr>
          <a:xfrm>
            <a:off x="7902526" y="5318759"/>
            <a:ext cx="491667" cy="377953"/>
          </a:xfrm>
          <a:prstGeom prst="rect">
            <a:avLst/>
          </a:prstGeom>
          <a:solidFill>
            <a:srgbClr val="1F1A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" name="Text 178"/>
          <p:cNvSpPr txBox="1"/>
          <p:nvPr/>
        </p:nvSpPr>
        <p:spPr>
          <a:xfrm>
            <a:off x="7948246" y="5417565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.10</a:t>
            </a:r>
          </a:p>
        </p:txBody>
      </p:sp>
      <p:sp>
        <p:nvSpPr>
          <p:cNvPr id="795" name="Text 179"/>
          <p:cNvSpPr txBox="1"/>
          <p:nvPr/>
        </p:nvSpPr>
        <p:spPr>
          <a:xfrm>
            <a:off x="777239" y="581025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sadness</a:t>
            </a:r>
          </a:p>
        </p:txBody>
      </p:sp>
      <p:sp>
        <p:nvSpPr>
          <p:cNvPr id="796" name="Shape 180"/>
          <p:cNvSpPr/>
          <p:nvPr/>
        </p:nvSpPr>
        <p:spPr>
          <a:xfrm>
            <a:off x="1783079" y="5714999"/>
            <a:ext cx="491667" cy="377954"/>
          </a:xfrm>
          <a:prstGeom prst="rect">
            <a:avLst/>
          </a:prstGeom>
          <a:solidFill>
            <a:srgbClr val="211C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7" name="Text 181"/>
          <p:cNvSpPr txBox="1"/>
          <p:nvPr/>
        </p:nvSpPr>
        <p:spPr>
          <a:xfrm>
            <a:off x="1828799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.13</a:t>
            </a:r>
          </a:p>
        </p:txBody>
      </p:sp>
      <p:sp>
        <p:nvSpPr>
          <p:cNvPr id="798" name="Shape 182"/>
          <p:cNvSpPr/>
          <p:nvPr/>
        </p:nvSpPr>
        <p:spPr>
          <a:xfrm>
            <a:off x="2293034" y="5714999"/>
            <a:ext cx="491667" cy="377954"/>
          </a:xfrm>
          <a:prstGeom prst="rect">
            <a:avLst/>
          </a:prstGeom>
          <a:solidFill>
            <a:srgbClr val="1F1A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9" name="Text 183"/>
          <p:cNvSpPr txBox="1"/>
          <p:nvPr/>
        </p:nvSpPr>
        <p:spPr>
          <a:xfrm>
            <a:off x="2338754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800" name="Shape 184"/>
          <p:cNvSpPr/>
          <p:nvPr/>
        </p:nvSpPr>
        <p:spPr>
          <a:xfrm>
            <a:off x="2802988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1" name="Text 185"/>
          <p:cNvSpPr txBox="1"/>
          <p:nvPr/>
        </p:nvSpPr>
        <p:spPr>
          <a:xfrm>
            <a:off x="2848708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02" name="Shape 186"/>
          <p:cNvSpPr/>
          <p:nvPr/>
        </p:nvSpPr>
        <p:spPr>
          <a:xfrm>
            <a:off x="3312941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3" name="Text 187"/>
          <p:cNvSpPr txBox="1"/>
          <p:nvPr/>
        </p:nvSpPr>
        <p:spPr>
          <a:xfrm>
            <a:off x="3358661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04" name="Shape 188"/>
          <p:cNvSpPr/>
          <p:nvPr/>
        </p:nvSpPr>
        <p:spPr>
          <a:xfrm>
            <a:off x="3822894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5" name="Text 189"/>
          <p:cNvSpPr txBox="1"/>
          <p:nvPr/>
        </p:nvSpPr>
        <p:spPr>
          <a:xfrm>
            <a:off x="3868614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06" name="Shape 190"/>
          <p:cNvSpPr/>
          <p:nvPr/>
        </p:nvSpPr>
        <p:spPr>
          <a:xfrm>
            <a:off x="4332849" y="5714999"/>
            <a:ext cx="491667" cy="377954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7" name="Text 191"/>
          <p:cNvSpPr txBox="1"/>
          <p:nvPr/>
        </p:nvSpPr>
        <p:spPr>
          <a:xfrm>
            <a:off x="4378569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08" name="Shape 192"/>
          <p:cNvSpPr/>
          <p:nvPr/>
        </p:nvSpPr>
        <p:spPr>
          <a:xfrm>
            <a:off x="4842802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9" name="Text 193"/>
          <p:cNvSpPr txBox="1"/>
          <p:nvPr/>
        </p:nvSpPr>
        <p:spPr>
          <a:xfrm>
            <a:off x="4888522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10" name="Shape 194"/>
          <p:cNvSpPr/>
          <p:nvPr/>
        </p:nvSpPr>
        <p:spPr>
          <a:xfrm>
            <a:off x="5352756" y="5714999"/>
            <a:ext cx="491668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1" name="Text 195"/>
          <p:cNvSpPr txBox="1"/>
          <p:nvPr/>
        </p:nvSpPr>
        <p:spPr>
          <a:xfrm>
            <a:off x="5398476" y="5813806"/>
            <a:ext cx="400228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12" name="Shape 196"/>
          <p:cNvSpPr/>
          <p:nvPr/>
        </p:nvSpPr>
        <p:spPr>
          <a:xfrm>
            <a:off x="5862711" y="5714999"/>
            <a:ext cx="491667" cy="377954"/>
          </a:xfrm>
          <a:prstGeom prst="rect">
            <a:avLst/>
          </a:prstGeom>
          <a:solidFill>
            <a:srgbClr val="1A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3" name="Text 197"/>
          <p:cNvSpPr txBox="1"/>
          <p:nvPr/>
        </p:nvSpPr>
        <p:spPr>
          <a:xfrm>
            <a:off x="5908431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.04</a:t>
            </a:r>
          </a:p>
        </p:txBody>
      </p:sp>
      <p:sp>
        <p:nvSpPr>
          <p:cNvPr id="814" name="Shape 198"/>
          <p:cNvSpPr/>
          <p:nvPr/>
        </p:nvSpPr>
        <p:spPr>
          <a:xfrm>
            <a:off x="6372664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5" name="Text 199"/>
          <p:cNvSpPr txBox="1"/>
          <p:nvPr/>
        </p:nvSpPr>
        <p:spPr>
          <a:xfrm>
            <a:off x="6418384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16" name="Shape 200"/>
          <p:cNvSpPr/>
          <p:nvPr/>
        </p:nvSpPr>
        <p:spPr>
          <a:xfrm>
            <a:off x="6882617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7" name="Text 201"/>
          <p:cNvSpPr txBox="1"/>
          <p:nvPr/>
        </p:nvSpPr>
        <p:spPr>
          <a:xfrm>
            <a:off x="6928337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18" name="Shape 202"/>
          <p:cNvSpPr/>
          <p:nvPr/>
        </p:nvSpPr>
        <p:spPr>
          <a:xfrm>
            <a:off x="7392572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9" name="Text 203"/>
          <p:cNvSpPr txBox="1"/>
          <p:nvPr/>
        </p:nvSpPr>
        <p:spPr>
          <a:xfrm>
            <a:off x="7438292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20" name="Shape 204"/>
          <p:cNvSpPr/>
          <p:nvPr/>
        </p:nvSpPr>
        <p:spPr>
          <a:xfrm>
            <a:off x="7902526" y="5714999"/>
            <a:ext cx="491667" cy="377954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1" name="Text 205"/>
          <p:cNvSpPr txBox="1"/>
          <p:nvPr/>
        </p:nvSpPr>
        <p:spPr>
          <a:xfrm>
            <a:off x="7948246" y="5813806"/>
            <a:ext cx="400227" cy="18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22" name="Text 206"/>
          <p:cNvSpPr txBox="1"/>
          <p:nvPr/>
        </p:nvSpPr>
        <p:spPr>
          <a:xfrm>
            <a:off x="777239" y="620649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disapproval</a:t>
            </a:r>
          </a:p>
        </p:txBody>
      </p:sp>
      <p:sp>
        <p:nvSpPr>
          <p:cNvPr id="823" name="Shape 207"/>
          <p:cNvSpPr/>
          <p:nvPr/>
        </p:nvSpPr>
        <p:spPr>
          <a:xfrm>
            <a:off x="1783079" y="6111240"/>
            <a:ext cx="491667" cy="377953"/>
          </a:xfrm>
          <a:prstGeom prst="rect">
            <a:avLst/>
          </a:prstGeom>
          <a:solidFill>
            <a:srgbClr val="1C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4" name="Text 208"/>
          <p:cNvSpPr txBox="1"/>
          <p:nvPr/>
        </p:nvSpPr>
        <p:spPr>
          <a:xfrm>
            <a:off x="1828799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825" name="Shape 209"/>
          <p:cNvSpPr/>
          <p:nvPr/>
        </p:nvSpPr>
        <p:spPr>
          <a:xfrm>
            <a:off x="2293034" y="6111240"/>
            <a:ext cx="491667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6" name="Text 210"/>
          <p:cNvSpPr txBox="1"/>
          <p:nvPr/>
        </p:nvSpPr>
        <p:spPr>
          <a:xfrm>
            <a:off x="2338754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827" name="Shape 211"/>
          <p:cNvSpPr/>
          <p:nvPr/>
        </p:nvSpPr>
        <p:spPr>
          <a:xfrm>
            <a:off x="2802988" y="6111240"/>
            <a:ext cx="491667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8" name="Text 212"/>
          <p:cNvSpPr txBox="1"/>
          <p:nvPr/>
        </p:nvSpPr>
        <p:spPr>
          <a:xfrm>
            <a:off x="2848708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29" name="Shape 213"/>
          <p:cNvSpPr/>
          <p:nvPr/>
        </p:nvSpPr>
        <p:spPr>
          <a:xfrm>
            <a:off x="3312941" y="6111240"/>
            <a:ext cx="491667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0" name="Text 214"/>
          <p:cNvSpPr txBox="1"/>
          <p:nvPr/>
        </p:nvSpPr>
        <p:spPr>
          <a:xfrm>
            <a:off x="3358661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31" name="Shape 215"/>
          <p:cNvSpPr/>
          <p:nvPr/>
        </p:nvSpPr>
        <p:spPr>
          <a:xfrm>
            <a:off x="3822894" y="6111240"/>
            <a:ext cx="491667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2" name="Text 216"/>
          <p:cNvSpPr txBox="1"/>
          <p:nvPr/>
        </p:nvSpPr>
        <p:spPr>
          <a:xfrm>
            <a:off x="3868614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833" name="Shape 217"/>
          <p:cNvSpPr/>
          <p:nvPr/>
        </p:nvSpPr>
        <p:spPr>
          <a:xfrm>
            <a:off x="4332849" y="6111240"/>
            <a:ext cx="491667" cy="377953"/>
          </a:xfrm>
          <a:prstGeom prst="rect">
            <a:avLst/>
          </a:prstGeom>
          <a:solidFill>
            <a:srgbClr val="1D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" name="Text 218"/>
          <p:cNvSpPr txBox="1"/>
          <p:nvPr/>
        </p:nvSpPr>
        <p:spPr>
          <a:xfrm>
            <a:off x="4378569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.07</a:t>
            </a:r>
          </a:p>
        </p:txBody>
      </p:sp>
      <p:sp>
        <p:nvSpPr>
          <p:cNvPr id="835" name="Shape 219"/>
          <p:cNvSpPr/>
          <p:nvPr/>
        </p:nvSpPr>
        <p:spPr>
          <a:xfrm>
            <a:off x="4842802" y="6111240"/>
            <a:ext cx="491667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" name="Text 220"/>
          <p:cNvSpPr txBox="1"/>
          <p:nvPr/>
        </p:nvSpPr>
        <p:spPr>
          <a:xfrm>
            <a:off x="4888522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837" name="Shape 221"/>
          <p:cNvSpPr/>
          <p:nvPr/>
        </p:nvSpPr>
        <p:spPr>
          <a:xfrm>
            <a:off x="5352756" y="6111240"/>
            <a:ext cx="491668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8" name="Text 222"/>
          <p:cNvSpPr txBox="1"/>
          <p:nvPr/>
        </p:nvSpPr>
        <p:spPr>
          <a:xfrm>
            <a:off x="5398476" y="6210046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39" name="Shape 223"/>
          <p:cNvSpPr/>
          <p:nvPr/>
        </p:nvSpPr>
        <p:spPr>
          <a:xfrm>
            <a:off x="5862711" y="61112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0" name="Text 224"/>
          <p:cNvSpPr txBox="1"/>
          <p:nvPr/>
        </p:nvSpPr>
        <p:spPr>
          <a:xfrm>
            <a:off x="5908431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41" name="Shape 225"/>
          <p:cNvSpPr/>
          <p:nvPr/>
        </p:nvSpPr>
        <p:spPr>
          <a:xfrm>
            <a:off x="6372664" y="61112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2" name="Text 226"/>
          <p:cNvSpPr txBox="1"/>
          <p:nvPr/>
        </p:nvSpPr>
        <p:spPr>
          <a:xfrm>
            <a:off x="6418384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43" name="Shape 227"/>
          <p:cNvSpPr/>
          <p:nvPr/>
        </p:nvSpPr>
        <p:spPr>
          <a:xfrm>
            <a:off x="6882617" y="61112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4" name="Text 228"/>
          <p:cNvSpPr txBox="1"/>
          <p:nvPr/>
        </p:nvSpPr>
        <p:spPr>
          <a:xfrm>
            <a:off x="6928337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45" name="Shape 229"/>
          <p:cNvSpPr/>
          <p:nvPr/>
        </p:nvSpPr>
        <p:spPr>
          <a:xfrm>
            <a:off x="7392572" y="61112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6" name="Text 230"/>
          <p:cNvSpPr txBox="1"/>
          <p:nvPr/>
        </p:nvSpPr>
        <p:spPr>
          <a:xfrm>
            <a:off x="7438292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47" name="Shape 231"/>
          <p:cNvSpPr/>
          <p:nvPr/>
        </p:nvSpPr>
        <p:spPr>
          <a:xfrm>
            <a:off x="7902526" y="6111240"/>
            <a:ext cx="491667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8" name="Text 232"/>
          <p:cNvSpPr txBox="1"/>
          <p:nvPr/>
        </p:nvSpPr>
        <p:spPr>
          <a:xfrm>
            <a:off x="7948246" y="621004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849" name="Text 233"/>
          <p:cNvSpPr txBox="1"/>
          <p:nvPr/>
        </p:nvSpPr>
        <p:spPr>
          <a:xfrm>
            <a:off x="777239" y="6602730"/>
            <a:ext cx="905258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annoyance</a:t>
            </a:r>
          </a:p>
        </p:txBody>
      </p:sp>
      <p:sp>
        <p:nvSpPr>
          <p:cNvPr id="850" name="Shape 234"/>
          <p:cNvSpPr/>
          <p:nvPr/>
        </p:nvSpPr>
        <p:spPr>
          <a:xfrm>
            <a:off x="1783079" y="6507480"/>
            <a:ext cx="491667" cy="37795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1" name="Text 235"/>
          <p:cNvSpPr txBox="1"/>
          <p:nvPr/>
        </p:nvSpPr>
        <p:spPr>
          <a:xfrm>
            <a:off x="1828799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.06</a:t>
            </a:r>
          </a:p>
        </p:txBody>
      </p:sp>
      <p:sp>
        <p:nvSpPr>
          <p:cNvPr id="852" name="Shape 236"/>
          <p:cNvSpPr/>
          <p:nvPr/>
        </p:nvSpPr>
        <p:spPr>
          <a:xfrm>
            <a:off x="2293034" y="6507480"/>
            <a:ext cx="491667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3" name="Text 237"/>
          <p:cNvSpPr txBox="1"/>
          <p:nvPr/>
        </p:nvSpPr>
        <p:spPr>
          <a:xfrm>
            <a:off x="2338754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854" name="Shape 238"/>
          <p:cNvSpPr/>
          <p:nvPr/>
        </p:nvSpPr>
        <p:spPr>
          <a:xfrm>
            <a:off x="2802988" y="6507480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5" name="Text 239"/>
          <p:cNvSpPr txBox="1"/>
          <p:nvPr/>
        </p:nvSpPr>
        <p:spPr>
          <a:xfrm>
            <a:off x="2848708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56" name="Shape 240"/>
          <p:cNvSpPr/>
          <p:nvPr/>
        </p:nvSpPr>
        <p:spPr>
          <a:xfrm>
            <a:off x="3312941" y="6507480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7" name="Text 241"/>
          <p:cNvSpPr txBox="1"/>
          <p:nvPr/>
        </p:nvSpPr>
        <p:spPr>
          <a:xfrm>
            <a:off x="3358661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58" name="Shape 242"/>
          <p:cNvSpPr/>
          <p:nvPr/>
        </p:nvSpPr>
        <p:spPr>
          <a:xfrm>
            <a:off x="3822894" y="6507480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9" name="Text 243"/>
          <p:cNvSpPr txBox="1"/>
          <p:nvPr/>
        </p:nvSpPr>
        <p:spPr>
          <a:xfrm>
            <a:off x="3868614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60" name="Shape 244"/>
          <p:cNvSpPr/>
          <p:nvPr/>
        </p:nvSpPr>
        <p:spPr>
          <a:xfrm>
            <a:off x="4332849" y="6507480"/>
            <a:ext cx="491667" cy="377953"/>
          </a:xfrm>
          <a:prstGeom prst="rect">
            <a:avLst/>
          </a:prstGeom>
          <a:solidFill>
            <a:srgbClr val="1916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1" name="Text 245"/>
          <p:cNvSpPr txBox="1"/>
          <p:nvPr/>
        </p:nvSpPr>
        <p:spPr>
          <a:xfrm>
            <a:off x="4378569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.03</a:t>
            </a:r>
          </a:p>
        </p:txBody>
      </p:sp>
      <p:sp>
        <p:nvSpPr>
          <p:cNvPr id="862" name="Shape 246"/>
          <p:cNvSpPr/>
          <p:nvPr/>
        </p:nvSpPr>
        <p:spPr>
          <a:xfrm>
            <a:off x="4842802" y="6507480"/>
            <a:ext cx="491667" cy="377953"/>
          </a:xfrm>
          <a:prstGeom prst="rect">
            <a:avLst/>
          </a:prstGeom>
          <a:solidFill>
            <a:srgbClr val="191510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3" name="Text 247"/>
          <p:cNvSpPr txBox="1"/>
          <p:nvPr/>
        </p:nvSpPr>
        <p:spPr>
          <a:xfrm>
            <a:off x="4888522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864" name="Shape 248"/>
          <p:cNvSpPr/>
          <p:nvPr/>
        </p:nvSpPr>
        <p:spPr>
          <a:xfrm>
            <a:off x="5352756" y="6507480"/>
            <a:ext cx="491668" cy="37795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5" name="Text 249"/>
          <p:cNvSpPr txBox="1"/>
          <p:nvPr/>
        </p:nvSpPr>
        <p:spPr>
          <a:xfrm>
            <a:off x="5398476" y="6606286"/>
            <a:ext cx="400228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66" name="Shape 250"/>
          <p:cNvSpPr/>
          <p:nvPr/>
        </p:nvSpPr>
        <p:spPr>
          <a:xfrm>
            <a:off x="5862711" y="6507480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7" name="Text 251"/>
          <p:cNvSpPr txBox="1"/>
          <p:nvPr/>
        </p:nvSpPr>
        <p:spPr>
          <a:xfrm>
            <a:off x="5908431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68" name="Shape 252"/>
          <p:cNvSpPr/>
          <p:nvPr/>
        </p:nvSpPr>
        <p:spPr>
          <a:xfrm>
            <a:off x="6372664" y="6507480"/>
            <a:ext cx="491667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9" name="Text 253"/>
          <p:cNvSpPr txBox="1"/>
          <p:nvPr/>
        </p:nvSpPr>
        <p:spPr>
          <a:xfrm>
            <a:off x="6418384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70" name="Shape 254"/>
          <p:cNvSpPr/>
          <p:nvPr/>
        </p:nvSpPr>
        <p:spPr>
          <a:xfrm>
            <a:off x="6882617" y="6507480"/>
            <a:ext cx="491667" cy="377953"/>
          </a:xfrm>
          <a:prstGeom prst="rect">
            <a:avLst/>
          </a:prstGeom>
          <a:solidFill>
            <a:srgbClr val="18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1" name="Text 255"/>
          <p:cNvSpPr txBox="1"/>
          <p:nvPr/>
        </p:nvSpPr>
        <p:spPr>
          <a:xfrm>
            <a:off x="6928337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72" name="Shape 256"/>
          <p:cNvSpPr/>
          <p:nvPr/>
        </p:nvSpPr>
        <p:spPr>
          <a:xfrm>
            <a:off x="7392572" y="6507480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3" name="Text 257"/>
          <p:cNvSpPr txBox="1"/>
          <p:nvPr/>
        </p:nvSpPr>
        <p:spPr>
          <a:xfrm>
            <a:off x="7438292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74" name="Shape 258"/>
          <p:cNvSpPr/>
          <p:nvPr/>
        </p:nvSpPr>
        <p:spPr>
          <a:xfrm>
            <a:off x="7902526" y="6507480"/>
            <a:ext cx="491667" cy="37795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5" name="Text 259"/>
          <p:cNvSpPr txBox="1"/>
          <p:nvPr/>
        </p:nvSpPr>
        <p:spPr>
          <a:xfrm>
            <a:off x="7948246" y="6606286"/>
            <a:ext cx="400227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.01</a:t>
            </a:r>
          </a:p>
        </p:txBody>
      </p:sp>
      <p:sp>
        <p:nvSpPr>
          <p:cNvPr id="876" name="Shape 260"/>
          <p:cNvSpPr/>
          <p:nvPr/>
        </p:nvSpPr>
        <p:spPr>
          <a:xfrm>
            <a:off x="731519" y="7178040"/>
            <a:ext cx="7680961" cy="3063241"/>
          </a:xfrm>
          <a:prstGeom prst="roundRect">
            <a:avLst>
              <a:gd name="adj" fmla="val 2388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7" name="Text 261"/>
          <p:cNvSpPr txBox="1"/>
          <p:nvPr/>
        </p:nvSpPr>
        <p:spPr>
          <a:xfrm>
            <a:off x="1097280" y="7464805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878" name="Text 262"/>
          <p:cNvSpPr txBox="1"/>
          <p:nvPr/>
        </p:nvSpPr>
        <p:spPr>
          <a:xfrm>
            <a:off x="1097279" y="776591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True for one chapter, false overall.</a:t>
            </a:r>
          </a:p>
        </p:txBody>
      </p:sp>
      <p:sp>
        <p:nvSpPr>
          <p:cNvPr id="879" name="Text 263"/>
          <p:cNvSpPr txBox="1"/>
          <p:nvPr/>
        </p:nvSpPr>
        <p:spPr>
          <a:xfrm>
            <a:off x="1097279" y="8307271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Sadness is real at Ch1 (0.13) but collapses to near-zero by Ch3 and never returns.</a:t>
            </a:r>
          </a:p>
        </p:txBody>
      </p:sp>
      <p:sp>
        <p:nvSpPr>
          <p:cNvPr id="880" name="Text 264"/>
          <p:cNvSpPr txBox="1"/>
          <p:nvPr/>
        </p:nvSpPr>
        <p:spPr>
          <a:xfrm>
            <a:off x="1097279" y="8801048"/>
            <a:ext cx="6949442" cy="53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Averaged across everything he says: curiosity (≈0.18) beats confusion (≈0.14) beats sadness (≈0.02).</a:t>
            </a:r>
          </a:p>
        </p:txBody>
      </p:sp>
      <p:sp>
        <p:nvSpPr>
          <p:cNvPr id="881" name="Text 265"/>
          <p:cNvSpPr txBox="1"/>
          <p:nvPr/>
        </p:nvSpPr>
        <p:spPr>
          <a:xfrm>
            <a:off x="1097279" y="9523423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Despair is his opening scene, not his character.</a:t>
            </a:r>
          </a:p>
        </p:txBody>
      </p:sp>
      <p:sp>
        <p:nvSpPr>
          <p:cNvPr id="882" name="Text 266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5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SPECULATION</a:t>
            </a:r>
          </a:p>
        </p:txBody>
      </p:sp>
      <p:sp>
        <p:nvSpPr>
          <p:cNvPr id="886" name="Text 2"/>
          <p:cNvSpPr txBox="1"/>
          <p:nvPr/>
        </p:nvSpPr>
        <p:spPr>
          <a:xfrm>
            <a:off x="777240" y="2232390"/>
            <a:ext cx="7589520" cy="1204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4400"/>
              </a:lnSpc>
              <a:defRPr sz="38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“The Gita teaches one consistent message throughout.”</a:t>
            </a:r>
          </a:p>
        </p:txBody>
      </p:sp>
      <p:sp>
        <p:nvSpPr>
          <p:cNvPr id="887" name="Text 3"/>
          <p:cNvSpPr txBox="1"/>
          <p:nvPr/>
        </p:nvSpPr>
        <p:spPr>
          <a:xfrm>
            <a:off x="777240" y="4356528"/>
            <a:ext cx="7589520" cy="61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Many readers treat the Gita as delivering a single core teaching, repeated in different words across 18 chapters.</a:t>
            </a:r>
          </a:p>
        </p:txBody>
      </p:sp>
      <p:sp>
        <p:nvSpPr>
          <p:cNvPr id="888" name="Shape 4"/>
          <p:cNvSpPr/>
          <p:nvPr/>
        </p:nvSpPr>
        <p:spPr>
          <a:xfrm>
            <a:off x="731519" y="5486400"/>
            <a:ext cx="7680961" cy="2514600"/>
          </a:xfrm>
          <a:prstGeom prst="roundRect">
            <a:avLst>
              <a:gd name="adj" fmla="val 2909"/>
            </a:avLst>
          </a:prstGeom>
          <a:solidFill>
            <a:srgbClr val="271B10"/>
          </a:solidFill>
          <a:ln w="12700">
            <a:solidFill>
              <a:srgbClr val="4330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9" name="Text 5"/>
          <p:cNvSpPr txBox="1"/>
          <p:nvPr/>
        </p:nvSpPr>
        <p:spPr>
          <a:xfrm>
            <a:off x="1097280" y="5805170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SOURCE / VERIFIED LIVE LINK</a:t>
            </a:r>
          </a:p>
        </p:txBody>
      </p:sp>
      <p:sp>
        <p:nvSpPr>
          <p:cNvPr id="890" name="Text 6"/>
          <p:cNvSpPr txBox="1"/>
          <p:nvPr/>
        </p:nvSpPr>
        <p:spPr>
          <a:xfrm>
            <a:off x="1097279" y="6529639"/>
            <a:ext cx="6949442" cy="61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“...devotional service to Krishna...is the most confidential part of knowledge, and this is the essence of the whole Bhagavad-gita.” (on verse 18.66)</a:t>
            </a:r>
          </a:p>
        </p:txBody>
      </p:sp>
      <p:sp>
        <p:nvSpPr>
          <p:cNvPr id="891" name="Text 7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1097279" y="7559040"/>
            <a:ext cx="6949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5A83D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btg.krishna.com/the-essence-of-the-essence →</a:t>
            </a:r>
          </a:p>
        </p:txBody>
      </p:sp>
      <p:sp>
        <p:nvSpPr>
          <p:cNvPr id="892" name="Text 8"/>
          <p:cNvSpPr txBox="1"/>
          <p:nvPr/>
        </p:nvSpPr>
        <p:spPr>
          <a:xfrm>
            <a:off x="777240" y="8565448"/>
            <a:ext cx="7589520" cy="334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Entire commentaries are built around finding "the one verse" that summarizes the whole text.</a:t>
            </a:r>
          </a:p>
        </p:txBody>
      </p:sp>
      <p:sp>
        <p:nvSpPr>
          <p:cNvPr id="893" name="Text 9"/>
          <p:cNvSpPr txBox="1"/>
          <p:nvPr/>
        </p:nvSpPr>
        <p:spPr>
          <a:xfrm>
            <a:off x="777240" y="959738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5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↓  WHAT DOES THE DATA SAY?</a:t>
            </a:r>
          </a:p>
        </p:txBody>
      </p:sp>
      <p:sp>
        <p:nvSpPr>
          <p:cNvPr id="894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7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898" name="Text 2"/>
          <p:cNvSpPr txBox="1"/>
          <p:nvPr/>
        </p:nvSpPr>
        <p:spPr>
          <a:xfrm>
            <a:off x="777240" y="1690516"/>
            <a:ext cx="7589520" cy="642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We ran topic modeling (LDA) on all 18 chapters, letting themes emerge on their own, unlabeled.</a:t>
            </a:r>
          </a:p>
        </p:txBody>
      </p:sp>
      <p:sp>
        <p:nvSpPr>
          <p:cNvPr id="899" name="Text 3"/>
          <p:cNvSpPr txBox="1"/>
          <p:nvPr/>
        </p:nvSpPr>
        <p:spPr>
          <a:xfrm>
            <a:off x="777239" y="2627629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DOMINANT THEME BY CHAPTER / REAL VALUES FROM YOUR NOTEBOOK</a:t>
            </a:r>
          </a:p>
        </p:txBody>
      </p:sp>
      <p:sp>
        <p:nvSpPr>
          <p:cNvPr id="900" name="Shape 4"/>
          <p:cNvSpPr/>
          <p:nvPr/>
        </p:nvSpPr>
        <p:spPr>
          <a:xfrm>
            <a:off x="758951" y="3063239"/>
            <a:ext cx="371857" cy="1371601"/>
          </a:xfrm>
          <a:prstGeom prst="rect">
            <a:avLst/>
          </a:prstGeom>
          <a:solidFill>
            <a:srgbClr val="A8342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01" name="Text 5"/>
          <p:cNvSpPr txBox="1"/>
          <p:nvPr/>
        </p:nvSpPr>
        <p:spPr>
          <a:xfrm>
            <a:off x="80467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02" name="Shape 6"/>
          <p:cNvSpPr/>
          <p:nvPr/>
        </p:nvSpPr>
        <p:spPr>
          <a:xfrm>
            <a:off x="1185672" y="3063239"/>
            <a:ext cx="371857" cy="1371601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03" name="Text 7"/>
          <p:cNvSpPr txBox="1"/>
          <p:nvPr/>
        </p:nvSpPr>
        <p:spPr>
          <a:xfrm>
            <a:off x="1231392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04" name="Shape 8"/>
          <p:cNvSpPr/>
          <p:nvPr/>
        </p:nvSpPr>
        <p:spPr>
          <a:xfrm>
            <a:off x="1612391" y="3063239"/>
            <a:ext cx="371857" cy="1371601"/>
          </a:xfrm>
          <a:prstGeom prst="rect">
            <a:avLst/>
          </a:prstGeom>
          <a:solidFill>
            <a:srgbClr val="E8752C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05" name="Text 9"/>
          <p:cNvSpPr txBox="1"/>
          <p:nvPr/>
        </p:nvSpPr>
        <p:spPr>
          <a:xfrm>
            <a:off x="165811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6" name="Shape 10"/>
          <p:cNvSpPr/>
          <p:nvPr/>
        </p:nvSpPr>
        <p:spPr>
          <a:xfrm>
            <a:off x="2039111" y="3063239"/>
            <a:ext cx="371857" cy="137160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07" name="Text 11"/>
          <p:cNvSpPr txBox="1"/>
          <p:nvPr/>
        </p:nvSpPr>
        <p:spPr>
          <a:xfrm>
            <a:off x="208483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08" name="Shape 12"/>
          <p:cNvSpPr/>
          <p:nvPr/>
        </p:nvSpPr>
        <p:spPr>
          <a:xfrm>
            <a:off x="2465832" y="3063239"/>
            <a:ext cx="371857" cy="1371601"/>
          </a:xfrm>
          <a:prstGeom prst="rect">
            <a:avLst/>
          </a:prstGeom>
          <a:solidFill>
            <a:srgbClr val="E8752C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09" name="Text 13"/>
          <p:cNvSpPr txBox="1"/>
          <p:nvPr/>
        </p:nvSpPr>
        <p:spPr>
          <a:xfrm>
            <a:off x="2511552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10" name="Shape 14"/>
          <p:cNvSpPr/>
          <p:nvPr/>
        </p:nvSpPr>
        <p:spPr>
          <a:xfrm>
            <a:off x="2892551" y="3063239"/>
            <a:ext cx="371857" cy="1371601"/>
          </a:xfrm>
          <a:prstGeom prst="rect">
            <a:avLst/>
          </a:prstGeom>
          <a:solidFill>
            <a:srgbClr val="2E4FA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11" name="Text 15"/>
          <p:cNvSpPr txBox="1"/>
          <p:nvPr/>
        </p:nvSpPr>
        <p:spPr>
          <a:xfrm>
            <a:off x="293827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12" name="Shape 16"/>
          <p:cNvSpPr/>
          <p:nvPr/>
        </p:nvSpPr>
        <p:spPr>
          <a:xfrm>
            <a:off x="3319271" y="3063239"/>
            <a:ext cx="371857" cy="1371601"/>
          </a:xfrm>
          <a:prstGeom prst="rect">
            <a:avLst/>
          </a:prstGeom>
          <a:solidFill>
            <a:srgbClr val="2E4FA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13" name="Text 17"/>
          <p:cNvSpPr txBox="1"/>
          <p:nvPr/>
        </p:nvSpPr>
        <p:spPr>
          <a:xfrm>
            <a:off x="336499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14" name="Shape 18"/>
          <p:cNvSpPr/>
          <p:nvPr/>
        </p:nvSpPr>
        <p:spPr>
          <a:xfrm>
            <a:off x="3745991" y="3063239"/>
            <a:ext cx="371857" cy="1371601"/>
          </a:xfrm>
          <a:prstGeom prst="rect">
            <a:avLst/>
          </a:prstGeom>
          <a:solidFill>
            <a:srgbClr val="2E4FA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15" name="Text 19"/>
          <p:cNvSpPr txBox="1"/>
          <p:nvPr/>
        </p:nvSpPr>
        <p:spPr>
          <a:xfrm>
            <a:off x="379171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916" name="Shape 20"/>
          <p:cNvSpPr/>
          <p:nvPr/>
        </p:nvSpPr>
        <p:spPr>
          <a:xfrm>
            <a:off x="4172711" y="3063239"/>
            <a:ext cx="371857" cy="1371601"/>
          </a:xfrm>
          <a:prstGeom prst="rect">
            <a:avLst/>
          </a:prstGeom>
          <a:solidFill>
            <a:srgbClr val="2E4FA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17" name="Text 21"/>
          <p:cNvSpPr txBox="1"/>
          <p:nvPr/>
        </p:nvSpPr>
        <p:spPr>
          <a:xfrm>
            <a:off x="421843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918" name="Shape 22"/>
          <p:cNvSpPr/>
          <p:nvPr/>
        </p:nvSpPr>
        <p:spPr>
          <a:xfrm>
            <a:off x="4599432" y="3063239"/>
            <a:ext cx="371857" cy="1371601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19" name="Text 23"/>
          <p:cNvSpPr txBox="1"/>
          <p:nvPr/>
        </p:nvSpPr>
        <p:spPr>
          <a:xfrm>
            <a:off x="4645152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920" name="Shape 24"/>
          <p:cNvSpPr/>
          <p:nvPr/>
        </p:nvSpPr>
        <p:spPr>
          <a:xfrm>
            <a:off x="5026152" y="3063239"/>
            <a:ext cx="371857" cy="1371601"/>
          </a:xfrm>
          <a:prstGeom prst="rect">
            <a:avLst/>
          </a:prstGeom>
          <a:solidFill>
            <a:srgbClr val="2E4FA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21" name="Text 25"/>
          <p:cNvSpPr txBox="1"/>
          <p:nvPr/>
        </p:nvSpPr>
        <p:spPr>
          <a:xfrm>
            <a:off x="5071872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22" name="Shape 26"/>
          <p:cNvSpPr/>
          <p:nvPr/>
        </p:nvSpPr>
        <p:spPr>
          <a:xfrm>
            <a:off x="5452871" y="3063239"/>
            <a:ext cx="371857" cy="1371601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23" name="Text 27"/>
          <p:cNvSpPr txBox="1"/>
          <p:nvPr/>
        </p:nvSpPr>
        <p:spPr>
          <a:xfrm>
            <a:off x="549859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924" name="Shape 28"/>
          <p:cNvSpPr/>
          <p:nvPr/>
        </p:nvSpPr>
        <p:spPr>
          <a:xfrm>
            <a:off x="5879591" y="3063239"/>
            <a:ext cx="371857" cy="1371601"/>
          </a:xfrm>
          <a:prstGeom prst="rect">
            <a:avLst/>
          </a:prstGeom>
          <a:solidFill>
            <a:srgbClr val="9B7FD1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25" name="Text 29"/>
          <p:cNvSpPr txBox="1"/>
          <p:nvPr/>
        </p:nvSpPr>
        <p:spPr>
          <a:xfrm>
            <a:off x="592531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926" name="Shape 30"/>
          <p:cNvSpPr/>
          <p:nvPr/>
        </p:nvSpPr>
        <p:spPr>
          <a:xfrm>
            <a:off x="6306311" y="3063239"/>
            <a:ext cx="371857" cy="1371601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27" name="Text 31"/>
          <p:cNvSpPr txBox="1"/>
          <p:nvPr/>
        </p:nvSpPr>
        <p:spPr>
          <a:xfrm>
            <a:off x="635203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928" name="Shape 32"/>
          <p:cNvSpPr/>
          <p:nvPr/>
        </p:nvSpPr>
        <p:spPr>
          <a:xfrm>
            <a:off x="6733031" y="3063239"/>
            <a:ext cx="371857" cy="1371601"/>
          </a:xfrm>
          <a:prstGeom prst="rect">
            <a:avLst/>
          </a:prstGeom>
          <a:solidFill>
            <a:srgbClr val="E8D9B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29" name="Text 33"/>
          <p:cNvSpPr txBox="1"/>
          <p:nvPr/>
        </p:nvSpPr>
        <p:spPr>
          <a:xfrm>
            <a:off x="677875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930" name="Shape 34"/>
          <p:cNvSpPr/>
          <p:nvPr/>
        </p:nvSpPr>
        <p:spPr>
          <a:xfrm>
            <a:off x="7159752" y="3063239"/>
            <a:ext cx="371857" cy="1371601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31" name="Text 35"/>
          <p:cNvSpPr txBox="1"/>
          <p:nvPr/>
        </p:nvSpPr>
        <p:spPr>
          <a:xfrm>
            <a:off x="7205472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932" name="Shape 36"/>
          <p:cNvSpPr/>
          <p:nvPr/>
        </p:nvSpPr>
        <p:spPr>
          <a:xfrm>
            <a:off x="7586471" y="3063239"/>
            <a:ext cx="371857" cy="1371601"/>
          </a:xfrm>
          <a:prstGeom prst="rect">
            <a:avLst/>
          </a:prstGeom>
          <a:solidFill>
            <a:srgbClr val="E8D9B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33" name="Text 37"/>
          <p:cNvSpPr txBox="1"/>
          <p:nvPr/>
        </p:nvSpPr>
        <p:spPr>
          <a:xfrm>
            <a:off x="7632191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934" name="Shape 38"/>
          <p:cNvSpPr/>
          <p:nvPr/>
        </p:nvSpPr>
        <p:spPr>
          <a:xfrm>
            <a:off x="8013192" y="3063239"/>
            <a:ext cx="371857" cy="1371601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935" name="Text 39"/>
          <p:cNvSpPr txBox="1"/>
          <p:nvPr/>
        </p:nvSpPr>
        <p:spPr>
          <a:xfrm>
            <a:off x="8058912" y="3614419"/>
            <a:ext cx="28041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936" name="Text 40"/>
          <p:cNvSpPr txBox="1"/>
          <p:nvPr/>
        </p:nvSpPr>
        <p:spPr>
          <a:xfrm>
            <a:off x="777239" y="4547869"/>
            <a:ext cx="64008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</a:t>
            </a:r>
          </a:p>
        </p:txBody>
      </p:sp>
      <p:sp>
        <p:nvSpPr>
          <p:cNvPr id="937" name="Text 41"/>
          <p:cNvSpPr txBox="1"/>
          <p:nvPr/>
        </p:nvSpPr>
        <p:spPr>
          <a:xfrm>
            <a:off x="7909560" y="4547869"/>
            <a:ext cx="64008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Ch18</a:t>
            </a:r>
          </a:p>
        </p:txBody>
      </p:sp>
      <p:sp>
        <p:nvSpPr>
          <p:cNvPr id="938" name="Shape 42"/>
          <p:cNvSpPr/>
          <p:nvPr/>
        </p:nvSpPr>
        <p:spPr>
          <a:xfrm>
            <a:off x="731519" y="5202935"/>
            <a:ext cx="201169" cy="201169"/>
          </a:xfrm>
          <a:prstGeom prst="rect">
            <a:avLst/>
          </a:prstGeom>
          <a:solidFill>
            <a:srgbClr val="9B7FD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9" name="Text 43"/>
          <p:cNvSpPr txBox="1"/>
          <p:nvPr/>
        </p:nvSpPr>
        <p:spPr>
          <a:xfrm>
            <a:off x="1069847" y="51970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Self and the Field</a:t>
            </a:r>
          </a:p>
        </p:txBody>
      </p:sp>
      <p:sp>
        <p:nvSpPr>
          <p:cNvPr id="940" name="Shape 44"/>
          <p:cNvSpPr/>
          <p:nvPr/>
        </p:nvSpPr>
        <p:spPr>
          <a:xfrm>
            <a:off x="3337559" y="5202935"/>
            <a:ext cx="201169" cy="201169"/>
          </a:xfrm>
          <a:prstGeom prst="rect">
            <a:avLst/>
          </a:prstGeom>
          <a:solidFill>
            <a:srgbClr val="E875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1" name="Text 45"/>
          <p:cNvSpPr txBox="1"/>
          <p:nvPr/>
        </p:nvSpPr>
        <p:spPr>
          <a:xfrm>
            <a:off x="3675887" y="51970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Path of Action</a:t>
            </a:r>
          </a:p>
        </p:txBody>
      </p:sp>
      <p:sp>
        <p:nvSpPr>
          <p:cNvPr id="942" name="Shape 46"/>
          <p:cNvSpPr/>
          <p:nvPr/>
        </p:nvSpPr>
        <p:spPr>
          <a:xfrm>
            <a:off x="5943599" y="5202935"/>
            <a:ext cx="201170" cy="201169"/>
          </a:xfrm>
          <a:prstGeom prst="rect">
            <a:avLst/>
          </a:prstGeom>
          <a:solidFill>
            <a:srgbClr val="D4A01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3" name="Text 47"/>
          <p:cNvSpPr txBox="1"/>
          <p:nvPr/>
        </p:nvSpPr>
        <p:spPr>
          <a:xfrm>
            <a:off x="6281928" y="51970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Sacrifice and Knowledge</a:t>
            </a:r>
          </a:p>
        </p:txBody>
      </p:sp>
      <p:sp>
        <p:nvSpPr>
          <p:cNvPr id="944" name="Shape 48"/>
          <p:cNvSpPr/>
          <p:nvPr/>
        </p:nvSpPr>
        <p:spPr>
          <a:xfrm>
            <a:off x="731519" y="5660135"/>
            <a:ext cx="201169" cy="201169"/>
          </a:xfrm>
          <a:prstGeom prst="rect">
            <a:avLst/>
          </a:prstGeom>
          <a:solidFill>
            <a:srgbClr val="3FB5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5" name="Text 49"/>
          <p:cNvSpPr txBox="1"/>
          <p:nvPr/>
        </p:nvSpPr>
        <p:spPr>
          <a:xfrm>
            <a:off x="1069847" y="56542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Steady Wisdom</a:t>
            </a:r>
          </a:p>
        </p:txBody>
      </p:sp>
      <p:sp>
        <p:nvSpPr>
          <p:cNvPr id="946" name="Shape 50"/>
          <p:cNvSpPr/>
          <p:nvPr/>
        </p:nvSpPr>
        <p:spPr>
          <a:xfrm>
            <a:off x="3337559" y="5660135"/>
            <a:ext cx="201169" cy="201169"/>
          </a:xfrm>
          <a:prstGeom prst="rect">
            <a:avLst/>
          </a:prstGeom>
          <a:solidFill>
            <a:srgbClr val="2E4FA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7" name="Text 51"/>
          <p:cNvSpPr txBox="1"/>
          <p:nvPr/>
        </p:nvSpPr>
        <p:spPr>
          <a:xfrm>
            <a:off x="3675887" y="56542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Cosmic Vision</a:t>
            </a:r>
          </a:p>
        </p:txBody>
      </p:sp>
      <p:sp>
        <p:nvSpPr>
          <p:cNvPr id="948" name="Shape 52"/>
          <p:cNvSpPr/>
          <p:nvPr/>
        </p:nvSpPr>
        <p:spPr>
          <a:xfrm>
            <a:off x="5943599" y="5660135"/>
            <a:ext cx="201170" cy="201169"/>
          </a:xfrm>
          <a:prstGeom prst="rect">
            <a:avLst/>
          </a:prstGeom>
          <a:solidFill>
            <a:srgbClr val="A834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9" name="Text 53"/>
          <p:cNvSpPr txBox="1"/>
          <p:nvPr/>
        </p:nvSpPr>
        <p:spPr>
          <a:xfrm>
            <a:off x="6281928" y="56542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Battlefield Narrative</a:t>
            </a:r>
          </a:p>
        </p:txBody>
      </p:sp>
      <p:sp>
        <p:nvSpPr>
          <p:cNvPr id="950" name="Shape 54"/>
          <p:cNvSpPr/>
          <p:nvPr/>
        </p:nvSpPr>
        <p:spPr>
          <a:xfrm>
            <a:off x="731519" y="6117335"/>
            <a:ext cx="201169" cy="201169"/>
          </a:xfrm>
          <a:prstGeom prst="rect">
            <a:avLst/>
          </a:prstGeom>
          <a:solidFill>
            <a:srgbClr val="E8D9B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1" name="Text 55"/>
          <p:cNvSpPr txBox="1"/>
          <p:nvPr/>
        </p:nvSpPr>
        <p:spPr>
          <a:xfrm>
            <a:off x="1069847" y="6111493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Faith and Purity</a:t>
            </a:r>
          </a:p>
        </p:txBody>
      </p:sp>
      <p:sp>
        <p:nvSpPr>
          <p:cNvPr id="952" name="Text 56"/>
          <p:cNvSpPr txBox="1"/>
          <p:nvPr/>
        </p:nvSpPr>
        <p:spPr>
          <a:xfrm>
            <a:off x="777240" y="6520180"/>
            <a:ext cx="758952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(An 8th theme was discovered but never dominates a single chapter, effectively noise.)</a:t>
            </a:r>
          </a:p>
        </p:txBody>
      </p:sp>
      <p:sp>
        <p:nvSpPr>
          <p:cNvPr id="953" name="Shape 57"/>
          <p:cNvSpPr/>
          <p:nvPr/>
        </p:nvSpPr>
        <p:spPr>
          <a:xfrm>
            <a:off x="731519" y="6903719"/>
            <a:ext cx="7680961" cy="3834132"/>
          </a:xfrm>
          <a:prstGeom prst="roundRect">
            <a:avLst>
              <a:gd name="adj" fmla="val 1908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4" name="Text 58"/>
          <p:cNvSpPr txBox="1"/>
          <p:nvPr/>
        </p:nvSpPr>
        <p:spPr>
          <a:xfrm>
            <a:off x="1097280" y="7190486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955" name="Text 59"/>
          <p:cNvSpPr txBox="1"/>
          <p:nvPr/>
        </p:nvSpPr>
        <p:spPr>
          <a:xfrm>
            <a:off x="1097279" y="749159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False.</a:t>
            </a:r>
          </a:p>
        </p:txBody>
      </p:sp>
      <p:sp>
        <p:nvSpPr>
          <p:cNvPr id="956" name="Text 60"/>
          <p:cNvSpPr txBox="1"/>
          <p:nvPr/>
        </p:nvSpPr>
        <p:spPr>
          <a:xfrm>
            <a:off x="1097279" y="8156396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The dominant theme swings hard, chapter to chapter, no straight line toward one lesson.</a:t>
            </a:r>
          </a:p>
        </p:txBody>
      </p:sp>
      <p:sp>
        <p:nvSpPr>
          <p:cNvPr id="957" name="Text 61"/>
          <p:cNvSpPr txBox="1"/>
          <p:nvPr/>
        </p:nvSpPr>
        <p:spPr>
          <a:xfrm>
            <a:off x="1097279" y="8750808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Battlefield, wisdom, action, sacrifice, action, a four-chapter cosmic-vision run, sacrifice, self.</a:t>
            </a:r>
          </a:p>
        </p:txBody>
      </p:sp>
      <p:sp>
        <p:nvSpPr>
          <p:cNvPr id="958" name="Text 62"/>
          <p:cNvSpPr txBox="1"/>
          <p:nvPr/>
        </p:nvSpPr>
        <p:spPr>
          <a:xfrm>
            <a:off x="1097279" y="9338817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Then wisdom and faith keep trading off all the way to the end.</a:t>
            </a:r>
          </a:p>
        </p:txBody>
      </p:sp>
      <p:sp>
        <p:nvSpPr>
          <p:cNvPr id="959" name="Text 63"/>
          <p:cNvSpPr txBox="1"/>
          <p:nvPr/>
        </p:nvSpPr>
        <p:spPr>
          <a:xfrm>
            <a:off x="1097279" y="9885171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It's a text that keeps changing its own subject.</a:t>
            </a:r>
          </a:p>
        </p:txBody>
      </p:sp>
      <p:sp>
        <p:nvSpPr>
          <p:cNvPr id="960" name="Text 64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3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964" name="Text 2"/>
          <p:cNvSpPr txBox="1"/>
          <p:nvPr/>
        </p:nvSpPr>
        <p:spPr>
          <a:xfrm>
            <a:off x="777240" y="1830216"/>
            <a:ext cx="7589520" cy="362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exact numbers behind the color strip, chapter by chapter.</a:t>
            </a:r>
          </a:p>
        </p:txBody>
      </p:sp>
      <p:sp>
        <p:nvSpPr>
          <p:cNvPr id="965" name="Text 3"/>
          <p:cNvSpPr txBox="1"/>
          <p:nvPr/>
        </p:nvSpPr>
        <p:spPr>
          <a:xfrm>
            <a:off x="777239" y="2627629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LDA TOPIC STRENGTH / REAL VALUES FROM YOUR NOTEBOOK</a:t>
            </a:r>
          </a:p>
        </p:txBody>
      </p:sp>
      <p:sp>
        <p:nvSpPr>
          <p:cNvPr id="966" name="Text 4"/>
          <p:cNvSpPr txBox="1"/>
          <p:nvPr/>
        </p:nvSpPr>
        <p:spPr>
          <a:xfrm>
            <a:off x="1828799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Self</a:t>
            </a:r>
          </a:p>
        </p:txBody>
      </p:sp>
      <p:sp>
        <p:nvSpPr>
          <p:cNvPr id="967" name="Text 5"/>
          <p:cNvSpPr txBox="1"/>
          <p:nvPr/>
        </p:nvSpPr>
        <p:spPr>
          <a:xfrm>
            <a:off x="2657474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68" name="Text 6"/>
          <p:cNvSpPr txBox="1"/>
          <p:nvPr/>
        </p:nvSpPr>
        <p:spPr>
          <a:xfrm>
            <a:off x="3486149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Sacrifice</a:t>
            </a:r>
          </a:p>
        </p:txBody>
      </p:sp>
      <p:sp>
        <p:nvSpPr>
          <p:cNvPr id="969" name="Text 7"/>
          <p:cNvSpPr txBox="1"/>
          <p:nvPr/>
        </p:nvSpPr>
        <p:spPr>
          <a:xfrm>
            <a:off x="4314824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Wisdom</a:t>
            </a:r>
          </a:p>
        </p:txBody>
      </p:sp>
      <p:sp>
        <p:nvSpPr>
          <p:cNvPr id="970" name="Text 8"/>
          <p:cNvSpPr txBox="1"/>
          <p:nvPr/>
        </p:nvSpPr>
        <p:spPr>
          <a:xfrm>
            <a:off x="5143499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Cosmic</a:t>
            </a:r>
          </a:p>
        </p:txBody>
      </p:sp>
      <p:sp>
        <p:nvSpPr>
          <p:cNvPr id="971" name="Text 9"/>
          <p:cNvSpPr txBox="1"/>
          <p:nvPr/>
        </p:nvSpPr>
        <p:spPr>
          <a:xfrm>
            <a:off x="5972174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Minor</a:t>
            </a:r>
          </a:p>
        </p:txBody>
      </p:sp>
      <p:sp>
        <p:nvSpPr>
          <p:cNvPr id="972" name="Text 10"/>
          <p:cNvSpPr txBox="1"/>
          <p:nvPr/>
        </p:nvSpPr>
        <p:spPr>
          <a:xfrm>
            <a:off x="6800850" y="2838703"/>
            <a:ext cx="737236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Battle field</a:t>
            </a:r>
          </a:p>
        </p:txBody>
      </p:sp>
      <p:sp>
        <p:nvSpPr>
          <p:cNvPr id="973" name="Text 11"/>
          <p:cNvSpPr txBox="1"/>
          <p:nvPr/>
        </p:nvSpPr>
        <p:spPr>
          <a:xfrm>
            <a:off x="7629525" y="2832353"/>
            <a:ext cx="737236" cy="20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Faith</a:t>
            </a:r>
          </a:p>
        </p:txBody>
      </p:sp>
      <p:sp>
        <p:nvSpPr>
          <p:cNvPr id="974" name="Text 12"/>
          <p:cNvSpPr txBox="1"/>
          <p:nvPr/>
        </p:nvSpPr>
        <p:spPr>
          <a:xfrm>
            <a:off x="777239" y="307847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</a:t>
            </a:r>
          </a:p>
        </p:txBody>
      </p:sp>
      <p:sp>
        <p:nvSpPr>
          <p:cNvPr id="975" name="Shape 13"/>
          <p:cNvSpPr/>
          <p:nvPr/>
        </p:nvSpPr>
        <p:spPr>
          <a:xfrm>
            <a:off x="1783079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6" name="Text 14"/>
          <p:cNvSpPr txBox="1"/>
          <p:nvPr/>
        </p:nvSpPr>
        <p:spPr>
          <a:xfrm>
            <a:off x="1828799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77" name="Shape 15"/>
          <p:cNvSpPr/>
          <p:nvPr/>
        </p:nvSpPr>
        <p:spPr>
          <a:xfrm>
            <a:off x="2611754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8" name="Text 16"/>
          <p:cNvSpPr txBox="1"/>
          <p:nvPr/>
        </p:nvSpPr>
        <p:spPr>
          <a:xfrm>
            <a:off x="2657474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79" name="Shape 17"/>
          <p:cNvSpPr/>
          <p:nvPr/>
        </p:nvSpPr>
        <p:spPr>
          <a:xfrm>
            <a:off x="3440429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0" name="Text 18"/>
          <p:cNvSpPr txBox="1"/>
          <p:nvPr/>
        </p:nvSpPr>
        <p:spPr>
          <a:xfrm>
            <a:off x="3486149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81" name="Shape 19"/>
          <p:cNvSpPr/>
          <p:nvPr/>
        </p:nvSpPr>
        <p:spPr>
          <a:xfrm>
            <a:off x="4269104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2" name="Text 20"/>
          <p:cNvSpPr txBox="1"/>
          <p:nvPr/>
        </p:nvSpPr>
        <p:spPr>
          <a:xfrm>
            <a:off x="4314824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83" name="Shape 21"/>
          <p:cNvSpPr/>
          <p:nvPr/>
        </p:nvSpPr>
        <p:spPr>
          <a:xfrm>
            <a:off x="5097779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4" name="Text 22"/>
          <p:cNvSpPr txBox="1"/>
          <p:nvPr/>
        </p:nvSpPr>
        <p:spPr>
          <a:xfrm>
            <a:off x="5143499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85" name="Shape 23"/>
          <p:cNvSpPr/>
          <p:nvPr/>
        </p:nvSpPr>
        <p:spPr>
          <a:xfrm>
            <a:off x="5926454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6" name="Text 24"/>
          <p:cNvSpPr txBox="1"/>
          <p:nvPr/>
        </p:nvSpPr>
        <p:spPr>
          <a:xfrm>
            <a:off x="5972174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87" name="Shape 25"/>
          <p:cNvSpPr/>
          <p:nvPr/>
        </p:nvSpPr>
        <p:spPr>
          <a:xfrm>
            <a:off x="6755130" y="306323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8" name="Text 26"/>
          <p:cNvSpPr txBox="1"/>
          <p:nvPr/>
        </p:nvSpPr>
        <p:spPr>
          <a:xfrm>
            <a:off x="6800850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989" name="Shape 27"/>
          <p:cNvSpPr/>
          <p:nvPr/>
        </p:nvSpPr>
        <p:spPr>
          <a:xfrm>
            <a:off x="7583805" y="306323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0" name="Text 28"/>
          <p:cNvSpPr txBox="1"/>
          <p:nvPr/>
        </p:nvSpPr>
        <p:spPr>
          <a:xfrm>
            <a:off x="7629525" y="308203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91" name="Text 29"/>
          <p:cNvSpPr txBox="1"/>
          <p:nvPr/>
        </p:nvSpPr>
        <p:spPr>
          <a:xfrm>
            <a:off x="777239" y="332739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Ch2</a:t>
            </a:r>
          </a:p>
        </p:txBody>
      </p:sp>
      <p:sp>
        <p:nvSpPr>
          <p:cNvPr id="992" name="Shape 30"/>
          <p:cNvSpPr/>
          <p:nvPr/>
        </p:nvSpPr>
        <p:spPr>
          <a:xfrm>
            <a:off x="1783079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3" name="Text 31"/>
          <p:cNvSpPr txBox="1"/>
          <p:nvPr/>
        </p:nvSpPr>
        <p:spPr>
          <a:xfrm>
            <a:off x="1828799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94" name="Shape 32"/>
          <p:cNvSpPr/>
          <p:nvPr/>
        </p:nvSpPr>
        <p:spPr>
          <a:xfrm>
            <a:off x="2611754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5" name="Text 33"/>
          <p:cNvSpPr txBox="1"/>
          <p:nvPr/>
        </p:nvSpPr>
        <p:spPr>
          <a:xfrm>
            <a:off x="2657474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96" name="Shape 34"/>
          <p:cNvSpPr/>
          <p:nvPr/>
        </p:nvSpPr>
        <p:spPr>
          <a:xfrm>
            <a:off x="3440429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7" name="Text 35"/>
          <p:cNvSpPr txBox="1"/>
          <p:nvPr/>
        </p:nvSpPr>
        <p:spPr>
          <a:xfrm>
            <a:off x="3486149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998" name="Shape 36"/>
          <p:cNvSpPr/>
          <p:nvPr/>
        </p:nvSpPr>
        <p:spPr>
          <a:xfrm>
            <a:off x="4269104" y="331215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9" name="Text 37"/>
          <p:cNvSpPr txBox="1"/>
          <p:nvPr/>
        </p:nvSpPr>
        <p:spPr>
          <a:xfrm>
            <a:off x="4314824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000" name="Shape 38"/>
          <p:cNvSpPr/>
          <p:nvPr/>
        </p:nvSpPr>
        <p:spPr>
          <a:xfrm>
            <a:off x="5097779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1" name="Text 39"/>
          <p:cNvSpPr txBox="1"/>
          <p:nvPr/>
        </p:nvSpPr>
        <p:spPr>
          <a:xfrm>
            <a:off x="5143499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02" name="Shape 40"/>
          <p:cNvSpPr/>
          <p:nvPr/>
        </p:nvSpPr>
        <p:spPr>
          <a:xfrm>
            <a:off x="5926454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3" name="Text 41"/>
          <p:cNvSpPr txBox="1"/>
          <p:nvPr/>
        </p:nvSpPr>
        <p:spPr>
          <a:xfrm>
            <a:off x="5972174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04" name="Shape 42"/>
          <p:cNvSpPr/>
          <p:nvPr/>
        </p:nvSpPr>
        <p:spPr>
          <a:xfrm>
            <a:off x="6755130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5" name="Text 43"/>
          <p:cNvSpPr txBox="1"/>
          <p:nvPr/>
        </p:nvSpPr>
        <p:spPr>
          <a:xfrm>
            <a:off x="6800850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06" name="Shape 44"/>
          <p:cNvSpPr/>
          <p:nvPr/>
        </p:nvSpPr>
        <p:spPr>
          <a:xfrm>
            <a:off x="7583805" y="33121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7" name="Text 45"/>
          <p:cNvSpPr txBox="1"/>
          <p:nvPr/>
        </p:nvSpPr>
        <p:spPr>
          <a:xfrm>
            <a:off x="7629525" y="33309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08" name="Text 46"/>
          <p:cNvSpPr txBox="1"/>
          <p:nvPr/>
        </p:nvSpPr>
        <p:spPr>
          <a:xfrm>
            <a:off x="777239" y="357631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Ch3</a:t>
            </a:r>
          </a:p>
        </p:txBody>
      </p:sp>
      <p:sp>
        <p:nvSpPr>
          <p:cNvPr id="1009" name="Shape 47"/>
          <p:cNvSpPr/>
          <p:nvPr/>
        </p:nvSpPr>
        <p:spPr>
          <a:xfrm>
            <a:off x="1783079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0" name="Text 48"/>
          <p:cNvSpPr txBox="1"/>
          <p:nvPr/>
        </p:nvSpPr>
        <p:spPr>
          <a:xfrm>
            <a:off x="1828799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11" name="Shape 49"/>
          <p:cNvSpPr/>
          <p:nvPr/>
        </p:nvSpPr>
        <p:spPr>
          <a:xfrm>
            <a:off x="2611754" y="356107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2" name="Text 50"/>
          <p:cNvSpPr txBox="1"/>
          <p:nvPr/>
        </p:nvSpPr>
        <p:spPr>
          <a:xfrm>
            <a:off x="2657474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013" name="Shape 51"/>
          <p:cNvSpPr/>
          <p:nvPr/>
        </p:nvSpPr>
        <p:spPr>
          <a:xfrm>
            <a:off x="3440429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4" name="Text 52"/>
          <p:cNvSpPr txBox="1"/>
          <p:nvPr/>
        </p:nvSpPr>
        <p:spPr>
          <a:xfrm>
            <a:off x="3486149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15" name="Shape 53"/>
          <p:cNvSpPr/>
          <p:nvPr/>
        </p:nvSpPr>
        <p:spPr>
          <a:xfrm>
            <a:off x="4269104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6" name="Text 54"/>
          <p:cNvSpPr txBox="1"/>
          <p:nvPr/>
        </p:nvSpPr>
        <p:spPr>
          <a:xfrm>
            <a:off x="4314824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17" name="Shape 55"/>
          <p:cNvSpPr/>
          <p:nvPr/>
        </p:nvSpPr>
        <p:spPr>
          <a:xfrm>
            <a:off x="5097779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8" name="Text 56"/>
          <p:cNvSpPr txBox="1"/>
          <p:nvPr/>
        </p:nvSpPr>
        <p:spPr>
          <a:xfrm>
            <a:off x="5143499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19" name="Shape 57"/>
          <p:cNvSpPr/>
          <p:nvPr/>
        </p:nvSpPr>
        <p:spPr>
          <a:xfrm>
            <a:off x="5926454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0" name="Text 58"/>
          <p:cNvSpPr txBox="1"/>
          <p:nvPr/>
        </p:nvSpPr>
        <p:spPr>
          <a:xfrm>
            <a:off x="5972174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21" name="Shape 59"/>
          <p:cNvSpPr/>
          <p:nvPr/>
        </p:nvSpPr>
        <p:spPr>
          <a:xfrm>
            <a:off x="6755130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2" name="Text 60"/>
          <p:cNvSpPr txBox="1"/>
          <p:nvPr/>
        </p:nvSpPr>
        <p:spPr>
          <a:xfrm>
            <a:off x="6800850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23" name="Shape 61"/>
          <p:cNvSpPr/>
          <p:nvPr/>
        </p:nvSpPr>
        <p:spPr>
          <a:xfrm>
            <a:off x="7583805" y="35610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4" name="Text 62"/>
          <p:cNvSpPr txBox="1"/>
          <p:nvPr/>
        </p:nvSpPr>
        <p:spPr>
          <a:xfrm>
            <a:off x="7629525" y="35798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25" name="Text 63"/>
          <p:cNvSpPr txBox="1"/>
          <p:nvPr/>
        </p:nvSpPr>
        <p:spPr>
          <a:xfrm>
            <a:off x="777239" y="382523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Ch4</a:t>
            </a:r>
          </a:p>
        </p:txBody>
      </p:sp>
      <p:sp>
        <p:nvSpPr>
          <p:cNvPr id="1026" name="Shape 64"/>
          <p:cNvSpPr/>
          <p:nvPr/>
        </p:nvSpPr>
        <p:spPr>
          <a:xfrm>
            <a:off x="1783079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7" name="Text 65"/>
          <p:cNvSpPr txBox="1"/>
          <p:nvPr/>
        </p:nvSpPr>
        <p:spPr>
          <a:xfrm>
            <a:off x="1828799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28" name="Shape 66"/>
          <p:cNvSpPr/>
          <p:nvPr/>
        </p:nvSpPr>
        <p:spPr>
          <a:xfrm>
            <a:off x="2611754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9" name="Text 67"/>
          <p:cNvSpPr txBox="1"/>
          <p:nvPr/>
        </p:nvSpPr>
        <p:spPr>
          <a:xfrm>
            <a:off x="2657474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30" name="Shape 68"/>
          <p:cNvSpPr/>
          <p:nvPr/>
        </p:nvSpPr>
        <p:spPr>
          <a:xfrm>
            <a:off x="3440429" y="3810000"/>
            <a:ext cx="810388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1" name="Text 69"/>
          <p:cNvSpPr txBox="1"/>
          <p:nvPr/>
        </p:nvSpPr>
        <p:spPr>
          <a:xfrm>
            <a:off x="3486149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032" name="Shape 70"/>
          <p:cNvSpPr/>
          <p:nvPr/>
        </p:nvSpPr>
        <p:spPr>
          <a:xfrm>
            <a:off x="4269104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3" name="Text 71"/>
          <p:cNvSpPr txBox="1"/>
          <p:nvPr/>
        </p:nvSpPr>
        <p:spPr>
          <a:xfrm>
            <a:off x="4314824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34" name="Shape 72"/>
          <p:cNvSpPr/>
          <p:nvPr/>
        </p:nvSpPr>
        <p:spPr>
          <a:xfrm>
            <a:off x="5097779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5" name="Text 73"/>
          <p:cNvSpPr txBox="1"/>
          <p:nvPr/>
        </p:nvSpPr>
        <p:spPr>
          <a:xfrm>
            <a:off x="5143499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36" name="Shape 74"/>
          <p:cNvSpPr/>
          <p:nvPr/>
        </p:nvSpPr>
        <p:spPr>
          <a:xfrm>
            <a:off x="5926454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7" name="Text 75"/>
          <p:cNvSpPr txBox="1"/>
          <p:nvPr/>
        </p:nvSpPr>
        <p:spPr>
          <a:xfrm>
            <a:off x="5972174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38" name="Shape 76"/>
          <p:cNvSpPr/>
          <p:nvPr/>
        </p:nvSpPr>
        <p:spPr>
          <a:xfrm>
            <a:off x="6755130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9" name="Text 77"/>
          <p:cNvSpPr txBox="1"/>
          <p:nvPr/>
        </p:nvSpPr>
        <p:spPr>
          <a:xfrm>
            <a:off x="6800850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40" name="Shape 78"/>
          <p:cNvSpPr/>
          <p:nvPr/>
        </p:nvSpPr>
        <p:spPr>
          <a:xfrm>
            <a:off x="7583805" y="38100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1" name="Text 79"/>
          <p:cNvSpPr txBox="1"/>
          <p:nvPr/>
        </p:nvSpPr>
        <p:spPr>
          <a:xfrm>
            <a:off x="7629525" y="38287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42" name="Text 80"/>
          <p:cNvSpPr txBox="1"/>
          <p:nvPr/>
        </p:nvSpPr>
        <p:spPr>
          <a:xfrm>
            <a:off x="777239" y="4074160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Ch5</a:t>
            </a:r>
          </a:p>
        </p:txBody>
      </p:sp>
      <p:sp>
        <p:nvSpPr>
          <p:cNvPr id="1043" name="Shape 81"/>
          <p:cNvSpPr/>
          <p:nvPr/>
        </p:nvSpPr>
        <p:spPr>
          <a:xfrm>
            <a:off x="1783079" y="40589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4" name="Text 82"/>
          <p:cNvSpPr txBox="1"/>
          <p:nvPr/>
        </p:nvSpPr>
        <p:spPr>
          <a:xfrm>
            <a:off x="1828799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45" name="Shape 83"/>
          <p:cNvSpPr/>
          <p:nvPr/>
        </p:nvSpPr>
        <p:spPr>
          <a:xfrm>
            <a:off x="2611754" y="4058920"/>
            <a:ext cx="810388" cy="230633"/>
          </a:xfrm>
          <a:prstGeom prst="rect">
            <a:avLst/>
          </a:prstGeom>
          <a:solidFill>
            <a:srgbClr val="64492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6" name="Text 84"/>
          <p:cNvSpPr txBox="1"/>
          <p:nvPr/>
        </p:nvSpPr>
        <p:spPr>
          <a:xfrm>
            <a:off x="2657474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.64</a:t>
            </a:r>
          </a:p>
        </p:txBody>
      </p:sp>
      <p:sp>
        <p:nvSpPr>
          <p:cNvPr id="1047" name="Shape 85"/>
          <p:cNvSpPr/>
          <p:nvPr/>
        </p:nvSpPr>
        <p:spPr>
          <a:xfrm>
            <a:off x="3440429" y="40589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8" name="Text 86"/>
          <p:cNvSpPr txBox="1"/>
          <p:nvPr/>
        </p:nvSpPr>
        <p:spPr>
          <a:xfrm>
            <a:off x="3486149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49" name="Shape 87"/>
          <p:cNvSpPr/>
          <p:nvPr/>
        </p:nvSpPr>
        <p:spPr>
          <a:xfrm>
            <a:off x="4269104" y="40589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0" name="Text 88"/>
          <p:cNvSpPr txBox="1"/>
          <p:nvPr/>
        </p:nvSpPr>
        <p:spPr>
          <a:xfrm>
            <a:off x="4314824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51" name="Shape 89"/>
          <p:cNvSpPr/>
          <p:nvPr/>
        </p:nvSpPr>
        <p:spPr>
          <a:xfrm>
            <a:off x="5097779" y="4058920"/>
            <a:ext cx="810388" cy="230633"/>
          </a:xfrm>
          <a:prstGeom prst="rect">
            <a:avLst/>
          </a:prstGeom>
          <a:solidFill>
            <a:srgbClr val="262015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2" name="Text 90"/>
          <p:cNvSpPr txBox="1"/>
          <p:nvPr/>
        </p:nvSpPr>
        <p:spPr>
          <a:xfrm>
            <a:off x="5143499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.36</a:t>
            </a:r>
          </a:p>
        </p:txBody>
      </p:sp>
      <p:sp>
        <p:nvSpPr>
          <p:cNvPr id="1053" name="Shape 91"/>
          <p:cNvSpPr/>
          <p:nvPr/>
        </p:nvSpPr>
        <p:spPr>
          <a:xfrm>
            <a:off x="5926454" y="40589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4" name="Text 92"/>
          <p:cNvSpPr txBox="1"/>
          <p:nvPr/>
        </p:nvSpPr>
        <p:spPr>
          <a:xfrm>
            <a:off x="5972174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55" name="Shape 93"/>
          <p:cNvSpPr/>
          <p:nvPr/>
        </p:nvSpPr>
        <p:spPr>
          <a:xfrm>
            <a:off x="6755130" y="40589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6" name="Text 94"/>
          <p:cNvSpPr txBox="1"/>
          <p:nvPr/>
        </p:nvSpPr>
        <p:spPr>
          <a:xfrm>
            <a:off x="6800850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57" name="Shape 95"/>
          <p:cNvSpPr/>
          <p:nvPr/>
        </p:nvSpPr>
        <p:spPr>
          <a:xfrm>
            <a:off x="7583805" y="40589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8" name="Text 96"/>
          <p:cNvSpPr txBox="1"/>
          <p:nvPr/>
        </p:nvSpPr>
        <p:spPr>
          <a:xfrm>
            <a:off x="7629525" y="40777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59" name="Text 97"/>
          <p:cNvSpPr txBox="1"/>
          <p:nvPr/>
        </p:nvSpPr>
        <p:spPr>
          <a:xfrm>
            <a:off x="777239" y="4323080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Ch6</a:t>
            </a:r>
          </a:p>
        </p:txBody>
      </p:sp>
      <p:sp>
        <p:nvSpPr>
          <p:cNvPr id="1060" name="Shape 98"/>
          <p:cNvSpPr/>
          <p:nvPr/>
        </p:nvSpPr>
        <p:spPr>
          <a:xfrm>
            <a:off x="1783079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1" name="Text 99"/>
          <p:cNvSpPr txBox="1"/>
          <p:nvPr/>
        </p:nvSpPr>
        <p:spPr>
          <a:xfrm>
            <a:off x="1828799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62" name="Shape 100"/>
          <p:cNvSpPr/>
          <p:nvPr/>
        </p:nvSpPr>
        <p:spPr>
          <a:xfrm>
            <a:off x="2611754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3" name="Text 101"/>
          <p:cNvSpPr txBox="1"/>
          <p:nvPr/>
        </p:nvSpPr>
        <p:spPr>
          <a:xfrm>
            <a:off x="2657474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64" name="Shape 102"/>
          <p:cNvSpPr/>
          <p:nvPr/>
        </p:nvSpPr>
        <p:spPr>
          <a:xfrm>
            <a:off x="3440429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5" name="Text 103"/>
          <p:cNvSpPr txBox="1"/>
          <p:nvPr/>
        </p:nvSpPr>
        <p:spPr>
          <a:xfrm>
            <a:off x="3486149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66" name="Shape 104"/>
          <p:cNvSpPr/>
          <p:nvPr/>
        </p:nvSpPr>
        <p:spPr>
          <a:xfrm>
            <a:off x="4269104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7" name="Text 105"/>
          <p:cNvSpPr txBox="1"/>
          <p:nvPr/>
        </p:nvSpPr>
        <p:spPr>
          <a:xfrm>
            <a:off x="4314824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68" name="Shape 106"/>
          <p:cNvSpPr/>
          <p:nvPr/>
        </p:nvSpPr>
        <p:spPr>
          <a:xfrm>
            <a:off x="5097779" y="4307840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9" name="Text 107"/>
          <p:cNvSpPr txBox="1"/>
          <p:nvPr/>
        </p:nvSpPr>
        <p:spPr>
          <a:xfrm>
            <a:off x="5143499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070" name="Shape 108"/>
          <p:cNvSpPr/>
          <p:nvPr/>
        </p:nvSpPr>
        <p:spPr>
          <a:xfrm>
            <a:off x="5926454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1" name="Text 109"/>
          <p:cNvSpPr txBox="1"/>
          <p:nvPr/>
        </p:nvSpPr>
        <p:spPr>
          <a:xfrm>
            <a:off x="5972174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72" name="Shape 110"/>
          <p:cNvSpPr/>
          <p:nvPr/>
        </p:nvSpPr>
        <p:spPr>
          <a:xfrm>
            <a:off x="6755130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3" name="Text 111"/>
          <p:cNvSpPr txBox="1"/>
          <p:nvPr/>
        </p:nvSpPr>
        <p:spPr>
          <a:xfrm>
            <a:off x="6800850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74" name="Shape 112"/>
          <p:cNvSpPr/>
          <p:nvPr/>
        </p:nvSpPr>
        <p:spPr>
          <a:xfrm>
            <a:off x="7583805" y="43078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5" name="Text 113"/>
          <p:cNvSpPr txBox="1"/>
          <p:nvPr/>
        </p:nvSpPr>
        <p:spPr>
          <a:xfrm>
            <a:off x="7629525" y="43266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76" name="Text 114"/>
          <p:cNvSpPr txBox="1"/>
          <p:nvPr/>
        </p:nvSpPr>
        <p:spPr>
          <a:xfrm>
            <a:off x="777239" y="457199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Ch7</a:t>
            </a:r>
          </a:p>
        </p:txBody>
      </p:sp>
      <p:sp>
        <p:nvSpPr>
          <p:cNvPr id="1077" name="Shape 115"/>
          <p:cNvSpPr/>
          <p:nvPr/>
        </p:nvSpPr>
        <p:spPr>
          <a:xfrm>
            <a:off x="1783079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8" name="Text 116"/>
          <p:cNvSpPr txBox="1"/>
          <p:nvPr/>
        </p:nvSpPr>
        <p:spPr>
          <a:xfrm>
            <a:off x="1828799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79" name="Shape 117"/>
          <p:cNvSpPr/>
          <p:nvPr/>
        </p:nvSpPr>
        <p:spPr>
          <a:xfrm>
            <a:off x="2611754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0" name="Text 118"/>
          <p:cNvSpPr txBox="1"/>
          <p:nvPr/>
        </p:nvSpPr>
        <p:spPr>
          <a:xfrm>
            <a:off x="2657474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81" name="Shape 119"/>
          <p:cNvSpPr/>
          <p:nvPr/>
        </p:nvSpPr>
        <p:spPr>
          <a:xfrm>
            <a:off x="3440429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2" name="Text 120"/>
          <p:cNvSpPr txBox="1"/>
          <p:nvPr/>
        </p:nvSpPr>
        <p:spPr>
          <a:xfrm>
            <a:off x="3486149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83" name="Shape 121"/>
          <p:cNvSpPr/>
          <p:nvPr/>
        </p:nvSpPr>
        <p:spPr>
          <a:xfrm>
            <a:off x="4269104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4" name="Text 122"/>
          <p:cNvSpPr txBox="1"/>
          <p:nvPr/>
        </p:nvSpPr>
        <p:spPr>
          <a:xfrm>
            <a:off x="4314824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85" name="Shape 123"/>
          <p:cNvSpPr/>
          <p:nvPr/>
        </p:nvSpPr>
        <p:spPr>
          <a:xfrm>
            <a:off x="5097779" y="455675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6" name="Text 124"/>
          <p:cNvSpPr txBox="1"/>
          <p:nvPr/>
        </p:nvSpPr>
        <p:spPr>
          <a:xfrm>
            <a:off x="5143499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087" name="Shape 125"/>
          <p:cNvSpPr/>
          <p:nvPr/>
        </p:nvSpPr>
        <p:spPr>
          <a:xfrm>
            <a:off x="5926454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8" name="Text 126"/>
          <p:cNvSpPr txBox="1"/>
          <p:nvPr/>
        </p:nvSpPr>
        <p:spPr>
          <a:xfrm>
            <a:off x="5972174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89" name="Shape 127"/>
          <p:cNvSpPr/>
          <p:nvPr/>
        </p:nvSpPr>
        <p:spPr>
          <a:xfrm>
            <a:off x="6755130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0" name="Text 128"/>
          <p:cNvSpPr txBox="1"/>
          <p:nvPr/>
        </p:nvSpPr>
        <p:spPr>
          <a:xfrm>
            <a:off x="6800850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91" name="Shape 129"/>
          <p:cNvSpPr/>
          <p:nvPr/>
        </p:nvSpPr>
        <p:spPr>
          <a:xfrm>
            <a:off x="7583805" y="45567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2" name="Text 130"/>
          <p:cNvSpPr txBox="1"/>
          <p:nvPr/>
        </p:nvSpPr>
        <p:spPr>
          <a:xfrm>
            <a:off x="7629525" y="45755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93" name="Text 131"/>
          <p:cNvSpPr txBox="1"/>
          <p:nvPr/>
        </p:nvSpPr>
        <p:spPr>
          <a:xfrm>
            <a:off x="777239" y="482091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Ch8</a:t>
            </a:r>
          </a:p>
        </p:txBody>
      </p:sp>
      <p:sp>
        <p:nvSpPr>
          <p:cNvPr id="1094" name="Shape 132"/>
          <p:cNvSpPr/>
          <p:nvPr/>
        </p:nvSpPr>
        <p:spPr>
          <a:xfrm>
            <a:off x="1783079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5" name="Text 133"/>
          <p:cNvSpPr txBox="1"/>
          <p:nvPr/>
        </p:nvSpPr>
        <p:spPr>
          <a:xfrm>
            <a:off x="1828799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96" name="Shape 134"/>
          <p:cNvSpPr/>
          <p:nvPr/>
        </p:nvSpPr>
        <p:spPr>
          <a:xfrm>
            <a:off x="2611754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7" name="Text 135"/>
          <p:cNvSpPr txBox="1"/>
          <p:nvPr/>
        </p:nvSpPr>
        <p:spPr>
          <a:xfrm>
            <a:off x="2657474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098" name="Shape 136"/>
          <p:cNvSpPr/>
          <p:nvPr/>
        </p:nvSpPr>
        <p:spPr>
          <a:xfrm>
            <a:off x="3440429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9" name="Text 137"/>
          <p:cNvSpPr txBox="1"/>
          <p:nvPr/>
        </p:nvSpPr>
        <p:spPr>
          <a:xfrm>
            <a:off x="3486149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00" name="Shape 138"/>
          <p:cNvSpPr/>
          <p:nvPr/>
        </p:nvSpPr>
        <p:spPr>
          <a:xfrm>
            <a:off x="4269104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1" name="Text 139"/>
          <p:cNvSpPr txBox="1"/>
          <p:nvPr/>
        </p:nvSpPr>
        <p:spPr>
          <a:xfrm>
            <a:off x="4314824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02" name="Shape 140"/>
          <p:cNvSpPr/>
          <p:nvPr/>
        </p:nvSpPr>
        <p:spPr>
          <a:xfrm>
            <a:off x="5097779" y="480567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3" name="Text 141"/>
          <p:cNvSpPr txBox="1"/>
          <p:nvPr/>
        </p:nvSpPr>
        <p:spPr>
          <a:xfrm>
            <a:off x="5143499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104" name="Shape 142"/>
          <p:cNvSpPr/>
          <p:nvPr/>
        </p:nvSpPr>
        <p:spPr>
          <a:xfrm>
            <a:off x="5926454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5" name="Text 143"/>
          <p:cNvSpPr txBox="1"/>
          <p:nvPr/>
        </p:nvSpPr>
        <p:spPr>
          <a:xfrm>
            <a:off x="5972174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06" name="Shape 144"/>
          <p:cNvSpPr/>
          <p:nvPr/>
        </p:nvSpPr>
        <p:spPr>
          <a:xfrm>
            <a:off x="6755130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7" name="Text 145"/>
          <p:cNvSpPr txBox="1"/>
          <p:nvPr/>
        </p:nvSpPr>
        <p:spPr>
          <a:xfrm>
            <a:off x="6800850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08" name="Shape 146"/>
          <p:cNvSpPr/>
          <p:nvPr/>
        </p:nvSpPr>
        <p:spPr>
          <a:xfrm>
            <a:off x="7583805" y="48056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9" name="Text 147"/>
          <p:cNvSpPr txBox="1"/>
          <p:nvPr/>
        </p:nvSpPr>
        <p:spPr>
          <a:xfrm>
            <a:off x="7629525" y="48244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10" name="Text 148"/>
          <p:cNvSpPr txBox="1"/>
          <p:nvPr/>
        </p:nvSpPr>
        <p:spPr>
          <a:xfrm>
            <a:off x="777239" y="506983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Ch9</a:t>
            </a:r>
          </a:p>
        </p:txBody>
      </p:sp>
      <p:sp>
        <p:nvSpPr>
          <p:cNvPr id="1111" name="Shape 149"/>
          <p:cNvSpPr/>
          <p:nvPr/>
        </p:nvSpPr>
        <p:spPr>
          <a:xfrm>
            <a:off x="1783079" y="50546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2" name="Text 150"/>
          <p:cNvSpPr txBox="1"/>
          <p:nvPr/>
        </p:nvSpPr>
        <p:spPr>
          <a:xfrm>
            <a:off x="1828799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13" name="Shape 151"/>
          <p:cNvSpPr/>
          <p:nvPr/>
        </p:nvSpPr>
        <p:spPr>
          <a:xfrm>
            <a:off x="2611754" y="50546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4" name="Text 152"/>
          <p:cNvSpPr txBox="1"/>
          <p:nvPr/>
        </p:nvSpPr>
        <p:spPr>
          <a:xfrm>
            <a:off x="2657474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15" name="Shape 153"/>
          <p:cNvSpPr/>
          <p:nvPr/>
        </p:nvSpPr>
        <p:spPr>
          <a:xfrm>
            <a:off x="3440429" y="5054600"/>
            <a:ext cx="810388" cy="230632"/>
          </a:xfrm>
          <a:prstGeom prst="rect">
            <a:avLst/>
          </a:prstGeom>
          <a:solidFill>
            <a:srgbClr val="1E1912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6" name="Text 154"/>
          <p:cNvSpPr txBox="1"/>
          <p:nvPr/>
        </p:nvSpPr>
        <p:spPr>
          <a:xfrm>
            <a:off x="3486149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.17</a:t>
            </a:r>
          </a:p>
        </p:txBody>
      </p:sp>
      <p:sp>
        <p:nvSpPr>
          <p:cNvPr id="1117" name="Shape 155"/>
          <p:cNvSpPr/>
          <p:nvPr/>
        </p:nvSpPr>
        <p:spPr>
          <a:xfrm>
            <a:off x="4269104" y="50546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8" name="Text 156"/>
          <p:cNvSpPr txBox="1"/>
          <p:nvPr/>
        </p:nvSpPr>
        <p:spPr>
          <a:xfrm>
            <a:off x="4314824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19" name="Shape 157"/>
          <p:cNvSpPr/>
          <p:nvPr/>
        </p:nvSpPr>
        <p:spPr>
          <a:xfrm>
            <a:off x="5097779" y="5054600"/>
            <a:ext cx="810388" cy="230632"/>
          </a:xfrm>
          <a:prstGeom prst="rect">
            <a:avLst/>
          </a:prstGeom>
          <a:solidFill>
            <a:srgbClr val="8C632A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0" name="Text 158"/>
          <p:cNvSpPr txBox="1"/>
          <p:nvPr/>
        </p:nvSpPr>
        <p:spPr>
          <a:xfrm>
            <a:off x="5143499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.74</a:t>
            </a:r>
          </a:p>
        </p:txBody>
      </p:sp>
      <p:sp>
        <p:nvSpPr>
          <p:cNvPr id="1121" name="Shape 159"/>
          <p:cNvSpPr/>
          <p:nvPr/>
        </p:nvSpPr>
        <p:spPr>
          <a:xfrm>
            <a:off x="5926454" y="50546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2" name="Text 160"/>
          <p:cNvSpPr txBox="1"/>
          <p:nvPr/>
        </p:nvSpPr>
        <p:spPr>
          <a:xfrm>
            <a:off x="5972174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23" name="Shape 161"/>
          <p:cNvSpPr/>
          <p:nvPr/>
        </p:nvSpPr>
        <p:spPr>
          <a:xfrm>
            <a:off x="6755130" y="5054600"/>
            <a:ext cx="810388" cy="230632"/>
          </a:xfrm>
          <a:prstGeom prst="rect">
            <a:avLst/>
          </a:prstGeom>
          <a:solidFill>
            <a:srgbClr val="1B17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4" name="Text 162"/>
          <p:cNvSpPr txBox="1"/>
          <p:nvPr/>
        </p:nvSpPr>
        <p:spPr>
          <a:xfrm>
            <a:off x="6800850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.09</a:t>
            </a:r>
          </a:p>
        </p:txBody>
      </p:sp>
      <p:sp>
        <p:nvSpPr>
          <p:cNvPr id="1125" name="Shape 163"/>
          <p:cNvSpPr/>
          <p:nvPr/>
        </p:nvSpPr>
        <p:spPr>
          <a:xfrm>
            <a:off x="7583805" y="50546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6" name="Text 164"/>
          <p:cNvSpPr txBox="1"/>
          <p:nvPr/>
        </p:nvSpPr>
        <p:spPr>
          <a:xfrm>
            <a:off x="7629525" y="50733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27" name="Text 165"/>
          <p:cNvSpPr txBox="1"/>
          <p:nvPr/>
        </p:nvSpPr>
        <p:spPr>
          <a:xfrm>
            <a:off x="777239" y="5318760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Ch10</a:t>
            </a:r>
          </a:p>
        </p:txBody>
      </p:sp>
      <p:sp>
        <p:nvSpPr>
          <p:cNvPr id="1128" name="Shape 166"/>
          <p:cNvSpPr/>
          <p:nvPr/>
        </p:nvSpPr>
        <p:spPr>
          <a:xfrm>
            <a:off x="1783079" y="53035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9" name="Text 167"/>
          <p:cNvSpPr txBox="1"/>
          <p:nvPr/>
        </p:nvSpPr>
        <p:spPr>
          <a:xfrm>
            <a:off x="1828799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30" name="Shape 168"/>
          <p:cNvSpPr/>
          <p:nvPr/>
        </p:nvSpPr>
        <p:spPr>
          <a:xfrm>
            <a:off x="2611754" y="53035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1" name="Text 169"/>
          <p:cNvSpPr txBox="1"/>
          <p:nvPr/>
        </p:nvSpPr>
        <p:spPr>
          <a:xfrm>
            <a:off x="2657474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32" name="Shape 170"/>
          <p:cNvSpPr/>
          <p:nvPr/>
        </p:nvSpPr>
        <p:spPr>
          <a:xfrm>
            <a:off x="3440429" y="53035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3" name="Text 171"/>
          <p:cNvSpPr txBox="1"/>
          <p:nvPr/>
        </p:nvSpPr>
        <p:spPr>
          <a:xfrm>
            <a:off x="3486149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34" name="Shape 172"/>
          <p:cNvSpPr/>
          <p:nvPr/>
        </p:nvSpPr>
        <p:spPr>
          <a:xfrm>
            <a:off x="4269104" y="5303520"/>
            <a:ext cx="810388" cy="230633"/>
          </a:xfrm>
          <a:prstGeom prst="rect">
            <a:avLst/>
          </a:prstGeom>
          <a:solidFill>
            <a:srgbClr val="EDA33C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5" name="Text 173"/>
          <p:cNvSpPr txBox="1"/>
          <p:nvPr/>
        </p:nvSpPr>
        <p:spPr>
          <a:xfrm>
            <a:off x="4314824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.98</a:t>
            </a:r>
          </a:p>
        </p:txBody>
      </p:sp>
      <p:sp>
        <p:nvSpPr>
          <p:cNvPr id="1136" name="Shape 174"/>
          <p:cNvSpPr/>
          <p:nvPr/>
        </p:nvSpPr>
        <p:spPr>
          <a:xfrm>
            <a:off x="5097779" y="5303520"/>
            <a:ext cx="810388" cy="230633"/>
          </a:xfrm>
          <a:prstGeom prst="rect">
            <a:avLst/>
          </a:prstGeom>
          <a:solidFill>
            <a:srgbClr val="1815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7" name="Text 175"/>
          <p:cNvSpPr txBox="1"/>
          <p:nvPr/>
        </p:nvSpPr>
        <p:spPr>
          <a:xfrm>
            <a:off x="5143499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.02</a:t>
            </a:r>
          </a:p>
        </p:txBody>
      </p:sp>
      <p:sp>
        <p:nvSpPr>
          <p:cNvPr id="1138" name="Shape 176"/>
          <p:cNvSpPr/>
          <p:nvPr/>
        </p:nvSpPr>
        <p:spPr>
          <a:xfrm>
            <a:off x="5926454" y="53035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9" name="Text 177"/>
          <p:cNvSpPr txBox="1"/>
          <p:nvPr/>
        </p:nvSpPr>
        <p:spPr>
          <a:xfrm>
            <a:off x="5972174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40" name="Shape 178"/>
          <p:cNvSpPr/>
          <p:nvPr/>
        </p:nvSpPr>
        <p:spPr>
          <a:xfrm>
            <a:off x="6755130" y="53035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1" name="Text 179"/>
          <p:cNvSpPr txBox="1"/>
          <p:nvPr/>
        </p:nvSpPr>
        <p:spPr>
          <a:xfrm>
            <a:off x="6800850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42" name="Shape 180"/>
          <p:cNvSpPr/>
          <p:nvPr/>
        </p:nvSpPr>
        <p:spPr>
          <a:xfrm>
            <a:off x="7583805" y="530352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3" name="Text 181"/>
          <p:cNvSpPr txBox="1"/>
          <p:nvPr/>
        </p:nvSpPr>
        <p:spPr>
          <a:xfrm>
            <a:off x="7629525" y="532231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44" name="Text 182"/>
          <p:cNvSpPr txBox="1"/>
          <p:nvPr/>
        </p:nvSpPr>
        <p:spPr>
          <a:xfrm>
            <a:off x="777239" y="5567680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Ch11</a:t>
            </a:r>
          </a:p>
        </p:txBody>
      </p:sp>
      <p:sp>
        <p:nvSpPr>
          <p:cNvPr id="1145" name="Shape 183"/>
          <p:cNvSpPr/>
          <p:nvPr/>
        </p:nvSpPr>
        <p:spPr>
          <a:xfrm>
            <a:off x="1783079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6" name="Text 184"/>
          <p:cNvSpPr txBox="1"/>
          <p:nvPr/>
        </p:nvSpPr>
        <p:spPr>
          <a:xfrm>
            <a:off x="1828799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47" name="Shape 185"/>
          <p:cNvSpPr/>
          <p:nvPr/>
        </p:nvSpPr>
        <p:spPr>
          <a:xfrm>
            <a:off x="2611754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8" name="Text 186"/>
          <p:cNvSpPr txBox="1"/>
          <p:nvPr/>
        </p:nvSpPr>
        <p:spPr>
          <a:xfrm>
            <a:off x="2657474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49" name="Shape 187"/>
          <p:cNvSpPr/>
          <p:nvPr/>
        </p:nvSpPr>
        <p:spPr>
          <a:xfrm>
            <a:off x="3440429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0" name="Text 188"/>
          <p:cNvSpPr txBox="1"/>
          <p:nvPr/>
        </p:nvSpPr>
        <p:spPr>
          <a:xfrm>
            <a:off x="3486149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51" name="Shape 189"/>
          <p:cNvSpPr/>
          <p:nvPr/>
        </p:nvSpPr>
        <p:spPr>
          <a:xfrm>
            <a:off x="4269104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2" name="Text 190"/>
          <p:cNvSpPr txBox="1"/>
          <p:nvPr/>
        </p:nvSpPr>
        <p:spPr>
          <a:xfrm>
            <a:off x="4314824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53" name="Shape 191"/>
          <p:cNvSpPr/>
          <p:nvPr/>
        </p:nvSpPr>
        <p:spPr>
          <a:xfrm>
            <a:off x="5097779" y="5552440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4" name="Text 192"/>
          <p:cNvSpPr txBox="1"/>
          <p:nvPr/>
        </p:nvSpPr>
        <p:spPr>
          <a:xfrm>
            <a:off x="5143499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155" name="Shape 193"/>
          <p:cNvSpPr/>
          <p:nvPr/>
        </p:nvSpPr>
        <p:spPr>
          <a:xfrm>
            <a:off x="5926454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6" name="Text 194"/>
          <p:cNvSpPr txBox="1"/>
          <p:nvPr/>
        </p:nvSpPr>
        <p:spPr>
          <a:xfrm>
            <a:off x="5972174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57" name="Shape 195"/>
          <p:cNvSpPr/>
          <p:nvPr/>
        </p:nvSpPr>
        <p:spPr>
          <a:xfrm>
            <a:off x="6755130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8" name="Text 196"/>
          <p:cNvSpPr txBox="1"/>
          <p:nvPr/>
        </p:nvSpPr>
        <p:spPr>
          <a:xfrm>
            <a:off x="6800850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59" name="Shape 197"/>
          <p:cNvSpPr/>
          <p:nvPr/>
        </p:nvSpPr>
        <p:spPr>
          <a:xfrm>
            <a:off x="7583805" y="55524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0" name="Text 198"/>
          <p:cNvSpPr txBox="1"/>
          <p:nvPr/>
        </p:nvSpPr>
        <p:spPr>
          <a:xfrm>
            <a:off x="7629525" y="55712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61" name="Text 199"/>
          <p:cNvSpPr txBox="1"/>
          <p:nvPr/>
        </p:nvSpPr>
        <p:spPr>
          <a:xfrm>
            <a:off x="777239" y="581659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Ch12</a:t>
            </a:r>
          </a:p>
        </p:txBody>
      </p:sp>
      <p:sp>
        <p:nvSpPr>
          <p:cNvPr id="1162" name="Shape 200"/>
          <p:cNvSpPr/>
          <p:nvPr/>
        </p:nvSpPr>
        <p:spPr>
          <a:xfrm>
            <a:off x="1783079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3" name="Text 201"/>
          <p:cNvSpPr txBox="1"/>
          <p:nvPr/>
        </p:nvSpPr>
        <p:spPr>
          <a:xfrm>
            <a:off x="1828799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64" name="Shape 202"/>
          <p:cNvSpPr/>
          <p:nvPr/>
        </p:nvSpPr>
        <p:spPr>
          <a:xfrm>
            <a:off x="2611754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5" name="Text 203"/>
          <p:cNvSpPr txBox="1"/>
          <p:nvPr/>
        </p:nvSpPr>
        <p:spPr>
          <a:xfrm>
            <a:off x="2657474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66" name="Shape 204"/>
          <p:cNvSpPr/>
          <p:nvPr/>
        </p:nvSpPr>
        <p:spPr>
          <a:xfrm>
            <a:off x="3440429" y="580135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7" name="Text 205"/>
          <p:cNvSpPr txBox="1"/>
          <p:nvPr/>
        </p:nvSpPr>
        <p:spPr>
          <a:xfrm>
            <a:off x="3486149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168" name="Shape 206"/>
          <p:cNvSpPr/>
          <p:nvPr/>
        </p:nvSpPr>
        <p:spPr>
          <a:xfrm>
            <a:off x="4269104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9" name="Text 207"/>
          <p:cNvSpPr txBox="1"/>
          <p:nvPr/>
        </p:nvSpPr>
        <p:spPr>
          <a:xfrm>
            <a:off x="4314824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70" name="Shape 208"/>
          <p:cNvSpPr/>
          <p:nvPr/>
        </p:nvSpPr>
        <p:spPr>
          <a:xfrm>
            <a:off x="5097779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1" name="Text 209"/>
          <p:cNvSpPr txBox="1"/>
          <p:nvPr/>
        </p:nvSpPr>
        <p:spPr>
          <a:xfrm>
            <a:off x="5143499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72" name="Shape 210"/>
          <p:cNvSpPr/>
          <p:nvPr/>
        </p:nvSpPr>
        <p:spPr>
          <a:xfrm>
            <a:off x="5926454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3" name="Text 211"/>
          <p:cNvSpPr txBox="1"/>
          <p:nvPr/>
        </p:nvSpPr>
        <p:spPr>
          <a:xfrm>
            <a:off x="5972174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74" name="Shape 212"/>
          <p:cNvSpPr/>
          <p:nvPr/>
        </p:nvSpPr>
        <p:spPr>
          <a:xfrm>
            <a:off x="6755130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5" name="Text 213"/>
          <p:cNvSpPr txBox="1"/>
          <p:nvPr/>
        </p:nvSpPr>
        <p:spPr>
          <a:xfrm>
            <a:off x="6800850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76" name="Shape 214"/>
          <p:cNvSpPr/>
          <p:nvPr/>
        </p:nvSpPr>
        <p:spPr>
          <a:xfrm>
            <a:off x="7583805" y="58013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7" name="Text 215"/>
          <p:cNvSpPr txBox="1"/>
          <p:nvPr/>
        </p:nvSpPr>
        <p:spPr>
          <a:xfrm>
            <a:off x="7629525" y="58201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78" name="Text 216"/>
          <p:cNvSpPr txBox="1"/>
          <p:nvPr/>
        </p:nvSpPr>
        <p:spPr>
          <a:xfrm>
            <a:off x="777239" y="606551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Ch13</a:t>
            </a:r>
          </a:p>
        </p:txBody>
      </p:sp>
      <p:sp>
        <p:nvSpPr>
          <p:cNvPr id="1179" name="Shape 217"/>
          <p:cNvSpPr/>
          <p:nvPr/>
        </p:nvSpPr>
        <p:spPr>
          <a:xfrm>
            <a:off x="1783079" y="605027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0" name="Text 218"/>
          <p:cNvSpPr txBox="1"/>
          <p:nvPr/>
        </p:nvSpPr>
        <p:spPr>
          <a:xfrm>
            <a:off x="1828799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181" name="Shape 219"/>
          <p:cNvSpPr/>
          <p:nvPr/>
        </p:nvSpPr>
        <p:spPr>
          <a:xfrm>
            <a:off x="2611754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2" name="Text 220"/>
          <p:cNvSpPr txBox="1"/>
          <p:nvPr/>
        </p:nvSpPr>
        <p:spPr>
          <a:xfrm>
            <a:off x="2657474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83" name="Shape 221"/>
          <p:cNvSpPr/>
          <p:nvPr/>
        </p:nvSpPr>
        <p:spPr>
          <a:xfrm>
            <a:off x="3440429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4" name="Text 222"/>
          <p:cNvSpPr txBox="1"/>
          <p:nvPr/>
        </p:nvSpPr>
        <p:spPr>
          <a:xfrm>
            <a:off x="3486149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85" name="Shape 223"/>
          <p:cNvSpPr/>
          <p:nvPr/>
        </p:nvSpPr>
        <p:spPr>
          <a:xfrm>
            <a:off x="4269104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6" name="Text 224"/>
          <p:cNvSpPr txBox="1"/>
          <p:nvPr/>
        </p:nvSpPr>
        <p:spPr>
          <a:xfrm>
            <a:off x="4314824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87" name="Shape 225"/>
          <p:cNvSpPr/>
          <p:nvPr/>
        </p:nvSpPr>
        <p:spPr>
          <a:xfrm>
            <a:off x="5097779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8" name="Text 226"/>
          <p:cNvSpPr txBox="1"/>
          <p:nvPr/>
        </p:nvSpPr>
        <p:spPr>
          <a:xfrm>
            <a:off x="5143499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89" name="Shape 227"/>
          <p:cNvSpPr/>
          <p:nvPr/>
        </p:nvSpPr>
        <p:spPr>
          <a:xfrm>
            <a:off x="5926454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0" name="Text 228"/>
          <p:cNvSpPr txBox="1"/>
          <p:nvPr/>
        </p:nvSpPr>
        <p:spPr>
          <a:xfrm>
            <a:off x="5972174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91" name="Shape 229"/>
          <p:cNvSpPr/>
          <p:nvPr/>
        </p:nvSpPr>
        <p:spPr>
          <a:xfrm>
            <a:off x="6755130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2" name="Text 230"/>
          <p:cNvSpPr txBox="1"/>
          <p:nvPr/>
        </p:nvSpPr>
        <p:spPr>
          <a:xfrm>
            <a:off x="6800850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93" name="Shape 231"/>
          <p:cNvSpPr/>
          <p:nvPr/>
        </p:nvSpPr>
        <p:spPr>
          <a:xfrm>
            <a:off x="7583805" y="605027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4" name="Text 232"/>
          <p:cNvSpPr txBox="1"/>
          <p:nvPr/>
        </p:nvSpPr>
        <p:spPr>
          <a:xfrm>
            <a:off x="7629525" y="606907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95" name="Text 233"/>
          <p:cNvSpPr txBox="1"/>
          <p:nvPr/>
        </p:nvSpPr>
        <p:spPr>
          <a:xfrm>
            <a:off x="777239" y="631443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Ch14</a:t>
            </a:r>
          </a:p>
        </p:txBody>
      </p:sp>
      <p:sp>
        <p:nvSpPr>
          <p:cNvPr id="1196" name="Shape 234"/>
          <p:cNvSpPr/>
          <p:nvPr/>
        </p:nvSpPr>
        <p:spPr>
          <a:xfrm>
            <a:off x="1783079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7" name="Text 235"/>
          <p:cNvSpPr txBox="1"/>
          <p:nvPr/>
        </p:nvSpPr>
        <p:spPr>
          <a:xfrm>
            <a:off x="1828799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198" name="Shape 236"/>
          <p:cNvSpPr/>
          <p:nvPr/>
        </p:nvSpPr>
        <p:spPr>
          <a:xfrm>
            <a:off x="2611754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9" name="Text 237"/>
          <p:cNvSpPr txBox="1"/>
          <p:nvPr/>
        </p:nvSpPr>
        <p:spPr>
          <a:xfrm>
            <a:off x="2657474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00" name="Shape 238"/>
          <p:cNvSpPr/>
          <p:nvPr/>
        </p:nvSpPr>
        <p:spPr>
          <a:xfrm>
            <a:off x="3440429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1" name="Text 239"/>
          <p:cNvSpPr txBox="1"/>
          <p:nvPr/>
        </p:nvSpPr>
        <p:spPr>
          <a:xfrm>
            <a:off x="3486149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02" name="Shape 240"/>
          <p:cNvSpPr/>
          <p:nvPr/>
        </p:nvSpPr>
        <p:spPr>
          <a:xfrm>
            <a:off x="4269104" y="6299200"/>
            <a:ext cx="810388" cy="230632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3" name="Text 241"/>
          <p:cNvSpPr txBox="1"/>
          <p:nvPr/>
        </p:nvSpPr>
        <p:spPr>
          <a:xfrm>
            <a:off x="4314824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204" name="Shape 242"/>
          <p:cNvSpPr/>
          <p:nvPr/>
        </p:nvSpPr>
        <p:spPr>
          <a:xfrm>
            <a:off x="5097779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5" name="Text 243"/>
          <p:cNvSpPr txBox="1"/>
          <p:nvPr/>
        </p:nvSpPr>
        <p:spPr>
          <a:xfrm>
            <a:off x="5143499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06" name="Shape 244"/>
          <p:cNvSpPr/>
          <p:nvPr/>
        </p:nvSpPr>
        <p:spPr>
          <a:xfrm>
            <a:off x="5926454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7" name="Text 245"/>
          <p:cNvSpPr txBox="1"/>
          <p:nvPr/>
        </p:nvSpPr>
        <p:spPr>
          <a:xfrm>
            <a:off x="5972174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08" name="Shape 246"/>
          <p:cNvSpPr/>
          <p:nvPr/>
        </p:nvSpPr>
        <p:spPr>
          <a:xfrm>
            <a:off x="6755130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9" name="Text 247"/>
          <p:cNvSpPr txBox="1"/>
          <p:nvPr/>
        </p:nvSpPr>
        <p:spPr>
          <a:xfrm>
            <a:off x="6800850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10" name="Shape 248"/>
          <p:cNvSpPr/>
          <p:nvPr/>
        </p:nvSpPr>
        <p:spPr>
          <a:xfrm>
            <a:off x="7583805" y="6299200"/>
            <a:ext cx="810388" cy="230632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1" name="Text 249"/>
          <p:cNvSpPr txBox="1"/>
          <p:nvPr/>
        </p:nvSpPr>
        <p:spPr>
          <a:xfrm>
            <a:off x="7629525" y="631799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12" name="Text 250"/>
          <p:cNvSpPr txBox="1"/>
          <p:nvPr/>
        </p:nvSpPr>
        <p:spPr>
          <a:xfrm>
            <a:off x="777239" y="656335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Ch15</a:t>
            </a:r>
          </a:p>
        </p:txBody>
      </p:sp>
      <p:sp>
        <p:nvSpPr>
          <p:cNvPr id="1213" name="Shape 251"/>
          <p:cNvSpPr/>
          <p:nvPr/>
        </p:nvSpPr>
        <p:spPr>
          <a:xfrm>
            <a:off x="1783079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4" name="Text 252"/>
          <p:cNvSpPr txBox="1"/>
          <p:nvPr/>
        </p:nvSpPr>
        <p:spPr>
          <a:xfrm>
            <a:off x="1828799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15" name="Shape 253"/>
          <p:cNvSpPr/>
          <p:nvPr/>
        </p:nvSpPr>
        <p:spPr>
          <a:xfrm>
            <a:off x="2611754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6" name="Text 254"/>
          <p:cNvSpPr txBox="1"/>
          <p:nvPr/>
        </p:nvSpPr>
        <p:spPr>
          <a:xfrm>
            <a:off x="2657474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17" name="Shape 255"/>
          <p:cNvSpPr/>
          <p:nvPr/>
        </p:nvSpPr>
        <p:spPr>
          <a:xfrm>
            <a:off x="3440429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8" name="Text 256"/>
          <p:cNvSpPr txBox="1"/>
          <p:nvPr/>
        </p:nvSpPr>
        <p:spPr>
          <a:xfrm>
            <a:off x="3486149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19" name="Shape 257"/>
          <p:cNvSpPr/>
          <p:nvPr/>
        </p:nvSpPr>
        <p:spPr>
          <a:xfrm>
            <a:off x="4269104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0" name="Text 258"/>
          <p:cNvSpPr txBox="1"/>
          <p:nvPr/>
        </p:nvSpPr>
        <p:spPr>
          <a:xfrm>
            <a:off x="4314824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21" name="Shape 259"/>
          <p:cNvSpPr/>
          <p:nvPr/>
        </p:nvSpPr>
        <p:spPr>
          <a:xfrm>
            <a:off x="5097779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2" name="Text 260"/>
          <p:cNvSpPr txBox="1"/>
          <p:nvPr/>
        </p:nvSpPr>
        <p:spPr>
          <a:xfrm>
            <a:off x="5143499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23" name="Shape 261"/>
          <p:cNvSpPr/>
          <p:nvPr/>
        </p:nvSpPr>
        <p:spPr>
          <a:xfrm>
            <a:off x="5926454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4" name="Text 262"/>
          <p:cNvSpPr txBox="1"/>
          <p:nvPr/>
        </p:nvSpPr>
        <p:spPr>
          <a:xfrm>
            <a:off x="5972174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25" name="Shape 263"/>
          <p:cNvSpPr/>
          <p:nvPr/>
        </p:nvSpPr>
        <p:spPr>
          <a:xfrm>
            <a:off x="6755130" y="654811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6" name="Text 264"/>
          <p:cNvSpPr txBox="1"/>
          <p:nvPr/>
        </p:nvSpPr>
        <p:spPr>
          <a:xfrm>
            <a:off x="6800850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27" name="Shape 265"/>
          <p:cNvSpPr/>
          <p:nvPr/>
        </p:nvSpPr>
        <p:spPr>
          <a:xfrm>
            <a:off x="7583805" y="654811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8" name="Text 266"/>
          <p:cNvSpPr txBox="1"/>
          <p:nvPr/>
        </p:nvSpPr>
        <p:spPr>
          <a:xfrm>
            <a:off x="7629525" y="656691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229" name="Text 267"/>
          <p:cNvSpPr txBox="1"/>
          <p:nvPr/>
        </p:nvSpPr>
        <p:spPr>
          <a:xfrm>
            <a:off x="777239" y="6812280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Ch16</a:t>
            </a:r>
          </a:p>
        </p:txBody>
      </p:sp>
      <p:sp>
        <p:nvSpPr>
          <p:cNvPr id="1230" name="Shape 268"/>
          <p:cNvSpPr/>
          <p:nvPr/>
        </p:nvSpPr>
        <p:spPr>
          <a:xfrm>
            <a:off x="1783079" y="67970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1" name="Text 269"/>
          <p:cNvSpPr txBox="1"/>
          <p:nvPr/>
        </p:nvSpPr>
        <p:spPr>
          <a:xfrm>
            <a:off x="1828799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32" name="Shape 270"/>
          <p:cNvSpPr/>
          <p:nvPr/>
        </p:nvSpPr>
        <p:spPr>
          <a:xfrm>
            <a:off x="2611754" y="67970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3" name="Text 271"/>
          <p:cNvSpPr txBox="1"/>
          <p:nvPr/>
        </p:nvSpPr>
        <p:spPr>
          <a:xfrm>
            <a:off x="2657474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34" name="Shape 272"/>
          <p:cNvSpPr/>
          <p:nvPr/>
        </p:nvSpPr>
        <p:spPr>
          <a:xfrm>
            <a:off x="3440429" y="67970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5" name="Text 273"/>
          <p:cNvSpPr txBox="1"/>
          <p:nvPr/>
        </p:nvSpPr>
        <p:spPr>
          <a:xfrm>
            <a:off x="3486149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36" name="Shape 274"/>
          <p:cNvSpPr/>
          <p:nvPr/>
        </p:nvSpPr>
        <p:spPr>
          <a:xfrm>
            <a:off x="4269104" y="6797040"/>
            <a:ext cx="810388" cy="230633"/>
          </a:xfrm>
          <a:prstGeom prst="rect">
            <a:avLst/>
          </a:prstGeom>
          <a:solidFill>
            <a:srgbClr val="6C4E24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7" name="Text 275"/>
          <p:cNvSpPr txBox="1"/>
          <p:nvPr/>
        </p:nvSpPr>
        <p:spPr>
          <a:xfrm>
            <a:off x="4314824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.66</a:t>
            </a:r>
          </a:p>
        </p:txBody>
      </p:sp>
      <p:sp>
        <p:nvSpPr>
          <p:cNvPr id="1238" name="Shape 276"/>
          <p:cNvSpPr/>
          <p:nvPr/>
        </p:nvSpPr>
        <p:spPr>
          <a:xfrm>
            <a:off x="5097779" y="6797040"/>
            <a:ext cx="810388" cy="230633"/>
          </a:xfrm>
          <a:prstGeom prst="rect">
            <a:avLst/>
          </a:prstGeom>
          <a:solidFill>
            <a:srgbClr val="211B13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9" name="Text 277"/>
          <p:cNvSpPr txBox="1"/>
          <p:nvPr/>
        </p:nvSpPr>
        <p:spPr>
          <a:xfrm>
            <a:off x="5143499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.23</a:t>
            </a:r>
          </a:p>
        </p:txBody>
      </p:sp>
      <p:sp>
        <p:nvSpPr>
          <p:cNvPr id="1240" name="Shape 278"/>
          <p:cNvSpPr/>
          <p:nvPr/>
        </p:nvSpPr>
        <p:spPr>
          <a:xfrm>
            <a:off x="5926454" y="67970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1" name="Text 279"/>
          <p:cNvSpPr txBox="1"/>
          <p:nvPr/>
        </p:nvSpPr>
        <p:spPr>
          <a:xfrm>
            <a:off x="5972174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42" name="Shape 280"/>
          <p:cNvSpPr/>
          <p:nvPr/>
        </p:nvSpPr>
        <p:spPr>
          <a:xfrm>
            <a:off x="6755130" y="679704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3" name="Text 281"/>
          <p:cNvSpPr txBox="1"/>
          <p:nvPr/>
        </p:nvSpPr>
        <p:spPr>
          <a:xfrm>
            <a:off x="6800850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44" name="Shape 282"/>
          <p:cNvSpPr/>
          <p:nvPr/>
        </p:nvSpPr>
        <p:spPr>
          <a:xfrm>
            <a:off x="7583805" y="6797040"/>
            <a:ext cx="810388" cy="230633"/>
          </a:xfrm>
          <a:prstGeom prst="rect">
            <a:avLst/>
          </a:prstGeom>
          <a:solidFill>
            <a:srgbClr val="1C1811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5" name="Text 283"/>
          <p:cNvSpPr txBox="1"/>
          <p:nvPr/>
        </p:nvSpPr>
        <p:spPr>
          <a:xfrm>
            <a:off x="7629525" y="681583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.11</a:t>
            </a:r>
          </a:p>
        </p:txBody>
      </p:sp>
      <p:sp>
        <p:nvSpPr>
          <p:cNvPr id="1246" name="Text 284"/>
          <p:cNvSpPr txBox="1"/>
          <p:nvPr/>
        </p:nvSpPr>
        <p:spPr>
          <a:xfrm>
            <a:off x="777239" y="7061199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Ch17</a:t>
            </a:r>
          </a:p>
        </p:txBody>
      </p:sp>
      <p:sp>
        <p:nvSpPr>
          <p:cNvPr id="1247" name="Shape 285"/>
          <p:cNvSpPr/>
          <p:nvPr/>
        </p:nvSpPr>
        <p:spPr>
          <a:xfrm>
            <a:off x="1783079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8" name="Text 286"/>
          <p:cNvSpPr txBox="1"/>
          <p:nvPr/>
        </p:nvSpPr>
        <p:spPr>
          <a:xfrm>
            <a:off x="1828799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49" name="Shape 287"/>
          <p:cNvSpPr/>
          <p:nvPr/>
        </p:nvSpPr>
        <p:spPr>
          <a:xfrm>
            <a:off x="2611754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0" name="Text 288"/>
          <p:cNvSpPr txBox="1"/>
          <p:nvPr/>
        </p:nvSpPr>
        <p:spPr>
          <a:xfrm>
            <a:off x="2657474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51" name="Shape 289"/>
          <p:cNvSpPr/>
          <p:nvPr/>
        </p:nvSpPr>
        <p:spPr>
          <a:xfrm>
            <a:off x="3440429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2" name="Text 290"/>
          <p:cNvSpPr txBox="1"/>
          <p:nvPr/>
        </p:nvSpPr>
        <p:spPr>
          <a:xfrm>
            <a:off x="3486149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53" name="Shape 291"/>
          <p:cNvSpPr/>
          <p:nvPr/>
        </p:nvSpPr>
        <p:spPr>
          <a:xfrm>
            <a:off x="4269104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4" name="Text 292"/>
          <p:cNvSpPr txBox="1"/>
          <p:nvPr/>
        </p:nvSpPr>
        <p:spPr>
          <a:xfrm>
            <a:off x="4314824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55" name="Shape 293"/>
          <p:cNvSpPr/>
          <p:nvPr/>
        </p:nvSpPr>
        <p:spPr>
          <a:xfrm>
            <a:off x="5097779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6" name="Text 294"/>
          <p:cNvSpPr txBox="1"/>
          <p:nvPr/>
        </p:nvSpPr>
        <p:spPr>
          <a:xfrm>
            <a:off x="5143499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57" name="Shape 295"/>
          <p:cNvSpPr/>
          <p:nvPr/>
        </p:nvSpPr>
        <p:spPr>
          <a:xfrm>
            <a:off x="5926454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8" name="Text 296"/>
          <p:cNvSpPr txBox="1"/>
          <p:nvPr/>
        </p:nvSpPr>
        <p:spPr>
          <a:xfrm>
            <a:off x="5972174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59" name="Shape 297"/>
          <p:cNvSpPr/>
          <p:nvPr/>
        </p:nvSpPr>
        <p:spPr>
          <a:xfrm>
            <a:off x="6755130" y="7045959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0" name="Text 298"/>
          <p:cNvSpPr txBox="1"/>
          <p:nvPr/>
        </p:nvSpPr>
        <p:spPr>
          <a:xfrm>
            <a:off x="6800850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61" name="Shape 299"/>
          <p:cNvSpPr/>
          <p:nvPr/>
        </p:nvSpPr>
        <p:spPr>
          <a:xfrm>
            <a:off x="7583805" y="7045959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2" name="Text 300"/>
          <p:cNvSpPr txBox="1"/>
          <p:nvPr/>
        </p:nvSpPr>
        <p:spPr>
          <a:xfrm>
            <a:off x="7629525" y="7064755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263" name="Text 301"/>
          <p:cNvSpPr txBox="1"/>
          <p:nvPr/>
        </p:nvSpPr>
        <p:spPr>
          <a:xfrm>
            <a:off x="777239" y="7310120"/>
            <a:ext cx="90525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Ch18</a:t>
            </a:r>
          </a:p>
        </p:txBody>
      </p:sp>
      <p:sp>
        <p:nvSpPr>
          <p:cNvPr id="1264" name="Shape 302"/>
          <p:cNvSpPr/>
          <p:nvPr/>
        </p:nvSpPr>
        <p:spPr>
          <a:xfrm>
            <a:off x="1783079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5" name="Text 303"/>
          <p:cNvSpPr txBox="1"/>
          <p:nvPr/>
        </p:nvSpPr>
        <p:spPr>
          <a:xfrm>
            <a:off x="1828799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66" name="Shape 304"/>
          <p:cNvSpPr/>
          <p:nvPr/>
        </p:nvSpPr>
        <p:spPr>
          <a:xfrm>
            <a:off x="2611754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7" name="Text 305"/>
          <p:cNvSpPr txBox="1"/>
          <p:nvPr/>
        </p:nvSpPr>
        <p:spPr>
          <a:xfrm>
            <a:off x="2657474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68" name="Shape 306"/>
          <p:cNvSpPr/>
          <p:nvPr/>
        </p:nvSpPr>
        <p:spPr>
          <a:xfrm>
            <a:off x="3440429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9" name="Text 307"/>
          <p:cNvSpPr txBox="1"/>
          <p:nvPr/>
        </p:nvSpPr>
        <p:spPr>
          <a:xfrm>
            <a:off x="3486149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70" name="Shape 308"/>
          <p:cNvSpPr/>
          <p:nvPr/>
        </p:nvSpPr>
        <p:spPr>
          <a:xfrm>
            <a:off x="4269104" y="7294880"/>
            <a:ext cx="810388" cy="230633"/>
          </a:xfrm>
          <a:prstGeom prst="rect">
            <a:avLst/>
          </a:prstGeom>
          <a:solidFill>
            <a:srgbClr val="F5A83D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1" name="Text 309"/>
          <p:cNvSpPr txBox="1"/>
          <p:nvPr/>
        </p:nvSpPr>
        <p:spPr>
          <a:xfrm>
            <a:off x="4314824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1A141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1272" name="Shape 310"/>
          <p:cNvSpPr/>
          <p:nvPr/>
        </p:nvSpPr>
        <p:spPr>
          <a:xfrm>
            <a:off x="5097779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3" name="Text 311"/>
          <p:cNvSpPr txBox="1"/>
          <p:nvPr/>
        </p:nvSpPr>
        <p:spPr>
          <a:xfrm>
            <a:off x="5143499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74" name="Shape 312"/>
          <p:cNvSpPr/>
          <p:nvPr/>
        </p:nvSpPr>
        <p:spPr>
          <a:xfrm>
            <a:off x="5926454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5" name="Text 313"/>
          <p:cNvSpPr txBox="1"/>
          <p:nvPr/>
        </p:nvSpPr>
        <p:spPr>
          <a:xfrm>
            <a:off x="5972174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76" name="Shape 314"/>
          <p:cNvSpPr/>
          <p:nvPr/>
        </p:nvSpPr>
        <p:spPr>
          <a:xfrm>
            <a:off x="6755130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7" name="Text 315"/>
          <p:cNvSpPr txBox="1"/>
          <p:nvPr/>
        </p:nvSpPr>
        <p:spPr>
          <a:xfrm>
            <a:off x="6800850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78" name="Shape 316"/>
          <p:cNvSpPr/>
          <p:nvPr/>
        </p:nvSpPr>
        <p:spPr>
          <a:xfrm>
            <a:off x="7583805" y="7294880"/>
            <a:ext cx="810388" cy="230633"/>
          </a:xfrm>
          <a:prstGeom prst="rect">
            <a:avLst/>
          </a:prstGeom>
          <a:solidFill>
            <a:srgbClr val="17140F"/>
          </a:solidFill>
          <a:ln w="6350">
            <a:solidFill>
              <a:srgbClr val="15120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9" name="Text 317"/>
          <p:cNvSpPr txBox="1"/>
          <p:nvPr/>
        </p:nvSpPr>
        <p:spPr>
          <a:xfrm>
            <a:off x="7629525" y="7313676"/>
            <a:ext cx="718948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C3B69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.00</a:t>
            </a:r>
          </a:p>
        </p:txBody>
      </p:sp>
      <p:sp>
        <p:nvSpPr>
          <p:cNvPr id="1280" name="Shape 318"/>
          <p:cNvSpPr/>
          <p:nvPr/>
        </p:nvSpPr>
        <p:spPr>
          <a:xfrm>
            <a:off x="731519" y="7726680"/>
            <a:ext cx="7680961" cy="2926081"/>
          </a:xfrm>
          <a:prstGeom prst="roundRect">
            <a:avLst>
              <a:gd name="adj" fmla="val 2500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1" name="Text 319"/>
          <p:cNvSpPr txBox="1"/>
          <p:nvPr/>
        </p:nvSpPr>
        <p:spPr>
          <a:xfrm>
            <a:off x="1097280" y="8013445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282" name="Text 320"/>
          <p:cNvSpPr txBox="1"/>
          <p:nvPr/>
        </p:nvSpPr>
        <p:spPr>
          <a:xfrm>
            <a:off x="1097279" y="831455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Notice the extremes, and the empty column.</a:t>
            </a:r>
          </a:p>
        </p:txBody>
      </p:sp>
      <p:sp>
        <p:nvSpPr>
          <p:cNvPr id="1283" name="Text 321"/>
          <p:cNvSpPr txBox="1"/>
          <p:nvPr/>
        </p:nvSpPr>
        <p:spPr>
          <a:xfrm>
            <a:off x="1097279" y="8855911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Most chapters lock almost entirely onto one theme, not a gentle blend.</a:t>
            </a:r>
          </a:p>
        </p:txBody>
      </p:sp>
      <p:sp>
        <p:nvSpPr>
          <p:cNvPr id="1284" name="Text 322"/>
          <p:cNvSpPr txBox="1"/>
          <p:nvPr/>
        </p:nvSpPr>
        <p:spPr>
          <a:xfrm>
            <a:off x="1097279" y="9340544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"Minor" (5th column) never wins anywhere: 0.00 in every single row.</a:t>
            </a:r>
          </a:p>
        </p:txBody>
      </p:sp>
      <p:sp>
        <p:nvSpPr>
          <p:cNvPr id="1285" name="Text 323"/>
          <p:cNvSpPr txBox="1"/>
          <p:nvPr/>
        </p:nvSpPr>
        <p:spPr>
          <a:xfrm>
            <a:off x="1097279" y="9825176"/>
            <a:ext cx="6949442" cy="31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Real noise the model produced, but no chapter ever actually needed it.</a:t>
            </a:r>
          </a:p>
        </p:txBody>
      </p:sp>
      <p:sp>
        <p:nvSpPr>
          <p:cNvPr id="1286" name="Text 324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2A2015"/>
          </a:solidFill>
          <a:ln w="12700">
            <a:solidFill>
              <a:srgbClr val="F5A8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9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SPECULATION</a:t>
            </a:r>
          </a:p>
        </p:txBody>
      </p:sp>
      <p:sp>
        <p:nvSpPr>
          <p:cNvPr id="1290" name="Text 2"/>
          <p:cNvSpPr txBox="1"/>
          <p:nvPr/>
        </p:nvSpPr>
        <p:spPr>
          <a:xfrm>
            <a:off x="777240" y="2252429"/>
            <a:ext cx="7589520" cy="1255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4600"/>
              </a:lnSpc>
              <a:defRPr sz="40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“It's easy to understand, for a mature mind.”</a:t>
            </a:r>
          </a:p>
        </p:txBody>
      </p:sp>
      <p:sp>
        <p:nvSpPr>
          <p:cNvPr id="1291" name="Text 3"/>
          <p:cNvSpPr txBox="1"/>
          <p:nvPr/>
        </p:nvSpPr>
        <p:spPr>
          <a:xfrm>
            <a:off x="777240" y="4447968"/>
            <a:ext cx="7589520" cy="61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common reassurance to new readers: the philosophy is deep, but the language itself won't be the obstacle.</a:t>
            </a:r>
          </a:p>
        </p:txBody>
      </p:sp>
      <p:sp>
        <p:nvSpPr>
          <p:cNvPr id="1292" name="Shape 4"/>
          <p:cNvSpPr/>
          <p:nvPr/>
        </p:nvSpPr>
        <p:spPr>
          <a:xfrm>
            <a:off x="731519" y="5577840"/>
            <a:ext cx="7680961" cy="2103121"/>
          </a:xfrm>
          <a:prstGeom prst="roundRect">
            <a:avLst>
              <a:gd name="adj" fmla="val 3478"/>
            </a:avLst>
          </a:prstGeom>
          <a:solidFill>
            <a:srgbClr val="271B10"/>
          </a:solidFill>
          <a:ln w="12700">
            <a:solidFill>
              <a:srgbClr val="4330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3" name="Text 5"/>
          <p:cNvSpPr txBox="1"/>
          <p:nvPr/>
        </p:nvSpPr>
        <p:spPr>
          <a:xfrm>
            <a:off x="1097280" y="5896609"/>
            <a:ext cx="53949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SOURCE / VERIFIED LIVE LINK</a:t>
            </a:r>
          </a:p>
        </p:txBody>
      </p:sp>
      <p:sp>
        <p:nvSpPr>
          <p:cNvPr id="1294" name="Text 6"/>
          <p:cNvSpPr txBox="1"/>
          <p:nvPr/>
        </p:nvSpPr>
        <p:spPr>
          <a:xfrm>
            <a:off x="1097279" y="6415338"/>
            <a:ext cx="6949442" cy="61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“The Gita is very easy to understand in any language for a mature mind. A repeated reading...will reveal all the sublime ideas contained in it.”</a:t>
            </a:r>
          </a:p>
        </p:txBody>
      </p:sp>
      <p:sp>
        <p:nvSpPr>
          <p:cNvPr id="1295" name="Text 7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1097279" y="7239000"/>
            <a:ext cx="69494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5A83D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gita-society.com/Read-bhagavad-gita →</a:t>
            </a:r>
          </a:p>
        </p:txBody>
      </p:sp>
      <p:sp>
        <p:nvSpPr>
          <p:cNvPr id="1296" name="Text 8"/>
          <p:cNvSpPr txBox="1"/>
          <p:nvPr/>
        </p:nvSpPr>
        <p:spPr>
          <a:xfrm>
            <a:off x="777240" y="8072689"/>
            <a:ext cx="7589520" cy="588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“Mature mind” is doing a lot of quiet work in that sentence. What does the reading level actually require?</a:t>
            </a:r>
          </a:p>
        </p:txBody>
      </p:sp>
      <p:sp>
        <p:nvSpPr>
          <p:cNvPr id="1297" name="Text 9"/>
          <p:cNvSpPr txBox="1"/>
          <p:nvPr/>
        </p:nvSpPr>
        <p:spPr>
          <a:xfrm>
            <a:off x="777240" y="959738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5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↓  WHAT DOES THE DATA SAY?</a:t>
            </a:r>
          </a:p>
        </p:txBody>
      </p:sp>
      <p:sp>
        <p:nvSpPr>
          <p:cNvPr id="1298" name="Text 10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Shape 0"/>
          <p:cNvSpPr/>
          <p:nvPr/>
        </p:nvSpPr>
        <p:spPr>
          <a:xfrm>
            <a:off x="731519" y="822960"/>
            <a:ext cx="2651762" cy="457201"/>
          </a:xfrm>
          <a:prstGeom prst="roundRect">
            <a:avLst>
              <a:gd name="adj" fmla="val 50000"/>
            </a:avLst>
          </a:prstGeom>
          <a:solidFill>
            <a:srgbClr val="132A25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1" name="Text 1"/>
          <p:cNvSpPr txBox="1"/>
          <p:nvPr/>
        </p:nvSpPr>
        <p:spPr>
          <a:xfrm>
            <a:off x="777239" y="935990"/>
            <a:ext cx="256032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10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1302" name="Text 2"/>
          <p:cNvSpPr txBox="1"/>
          <p:nvPr/>
        </p:nvSpPr>
        <p:spPr>
          <a:xfrm>
            <a:off x="777240" y="1830216"/>
            <a:ext cx="7589520" cy="362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We measured the real Flesch-Kincaid grade level of every chapter.</a:t>
            </a:r>
          </a:p>
        </p:txBody>
      </p:sp>
      <p:sp>
        <p:nvSpPr>
          <p:cNvPr id="1303" name="Text 3"/>
          <p:cNvSpPr txBox="1"/>
          <p:nvPr/>
        </p:nvSpPr>
        <p:spPr>
          <a:xfrm>
            <a:off x="777239" y="2627629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READING GRADE LEVEL BY CHAPTER / REAL VALUES FROM YOUR NOTEBOOK</a:t>
            </a:r>
          </a:p>
        </p:txBody>
      </p:sp>
      <p:sp>
        <p:nvSpPr>
          <p:cNvPr id="1304" name="Shape 4"/>
          <p:cNvSpPr/>
          <p:nvPr/>
        </p:nvSpPr>
        <p:spPr>
          <a:xfrm>
            <a:off x="758951" y="5201792"/>
            <a:ext cx="371857" cy="696088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5" name="Shape 5"/>
          <p:cNvSpPr/>
          <p:nvPr/>
        </p:nvSpPr>
        <p:spPr>
          <a:xfrm>
            <a:off x="1185672" y="5168646"/>
            <a:ext cx="371857" cy="729235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6" name="Shape 6"/>
          <p:cNvSpPr/>
          <p:nvPr/>
        </p:nvSpPr>
        <p:spPr>
          <a:xfrm>
            <a:off x="1612391" y="5407304"/>
            <a:ext cx="371857" cy="490577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7" name="Shape 7"/>
          <p:cNvSpPr/>
          <p:nvPr/>
        </p:nvSpPr>
        <p:spPr>
          <a:xfrm>
            <a:off x="2039111" y="5042687"/>
            <a:ext cx="371857" cy="855193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8" name="Shape 8"/>
          <p:cNvSpPr/>
          <p:nvPr/>
        </p:nvSpPr>
        <p:spPr>
          <a:xfrm>
            <a:off x="2465832" y="4353230"/>
            <a:ext cx="371857" cy="1544651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9" name="Shape 9"/>
          <p:cNvSpPr/>
          <p:nvPr/>
        </p:nvSpPr>
        <p:spPr>
          <a:xfrm>
            <a:off x="2892551" y="4943245"/>
            <a:ext cx="371857" cy="954635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0" name="Shape 10"/>
          <p:cNvSpPr/>
          <p:nvPr/>
        </p:nvSpPr>
        <p:spPr>
          <a:xfrm>
            <a:off x="3319271" y="4777511"/>
            <a:ext cx="371857" cy="1120370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1" name="Shape 11"/>
          <p:cNvSpPr/>
          <p:nvPr/>
        </p:nvSpPr>
        <p:spPr>
          <a:xfrm>
            <a:off x="3745991" y="4595202"/>
            <a:ext cx="371857" cy="1302678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2" name="Shape 12"/>
          <p:cNvSpPr/>
          <p:nvPr/>
        </p:nvSpPr>
        <p:spPr>
          <a:xfrm>
            <a:off x="4172711" y="4684700"/>
            <a:ext cx="371857" cy="1213181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3" name="Shape 13"/>
          <p:cNvSpPr/>
          <p:nvPr/>
        </p:nvSpPr>
        <p:spPr>
          <a:xfrm>
            <a:off x="4599432" y="5437137"/>
            <a:ext cx="371857" cy="460744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4" name="Shape 14"/>
          <p:cNvSpPr/>
          <p:nvPr/>
        </p:nvSpPr>
        <p:spPr>
          <a:xfrm>
            <a:off x="5026152" y="5205107"/>
            <a:ext cx="371857" cy="692773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5" name="Shape 15"/>
          <p:cNvSpPr/>
          <p:nvPr/>
        </p:nvSpPr>
        <p:spPr>
          <a:xfrm>
            <a:off x="5452871" y="4446041"/>
            <a:ext cx="371857" cy="1451840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6" name="Shape 16"/>
          <p:cNvSpPr/>
          <p:nvPr/>
        </p:nvSpPr>
        <p:spPr>
          <a:xfrm>
            <a:off x="5879591" y="5019483"/>
            <a:ext cx="371857" cy="878397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7" name="Shape 17"/>
          <p:cNvSpPr/>
          <p:nvPr/>
        </p:nvSpPr>
        <p:spPr>
          <a:xfrm>
            <a:off x="6306311" y="4336655"/>
            <a:ext cx="371857" cy="1561225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8" name="Shape 18"/>
          <p:cNvSpPr/>
          <p:nvPr/>
        </p:nvSpPr>
        <p:spPr>
          <a:xfrm>
            <a:off x="6733031" y="4078110"/>
            <a:ext cx="371857" cy="1819769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9" name="Shape 19"/>
          <p:cNvSpPr/>
          <p:nvPr/>
        </p:nvSpPr>
        <p:spPr>
          <a:xfrm>
            <a:off x="7159752" y="4817288"/>
            <a:ext cx="371857" cy="1080593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0" name="Shape 20"/>
          <p:cNvSpPr/>
          <p:nvPr/>
        </p:nvSpPr>
        <p:spPr>
          <a:xfrm>
            <a:off x="7586471" y="3501352"/>
            <a:ext cx="371857" cy="2396529"/>
          </a:xfrm>
          <a:prstGeom prst="rect">
            <a:avLst/>
          </a:prstGeom>
          <a:solidFill>
            <a:srgbClr val="F5A8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1" name="Shape 21"/>
          <p:cNvSpPr/>
          <p:nvPr/>
        </p:nvSpPr>
        <p:spPr>
          <a:xfrm>
            <a:off x="8013192" y="3981982"/>
            <a:ext cx="371857" cy="1915898"/>
          </a:xfrm>
          <a:prstGeom prst="rect">
            <a:avLst/>
          </a:prstGeom>
          <a:solidFill>
            <a:srgbClr val="3A2E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2" name="Text 22"/>
          <p:cNvSpPr txBox="1"/>
          <p:nvPr/>
        </p:nvSpPr>
        <p:spPr>
          <a:xfrm>
            <a:off x="7330439" y="3173691"/>
            <a:ext cx="8229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5A8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Ch17</a:t>
            </a:r>
          </a:p>
        </p:txBody>
      </p:sp>
      <p:sp>
        <p:nvSpPr>
          <p:cNvPr id="1323" name="Text 23"/>
          <p:cNvSpPr txBox="1"/>
          <p:nvPr/>
        </p:nvSpPr>
        <p:spPr>
          <a:xfrm>
            <a:off x="731519" y="5998972"/>
            <a:ext cx="64008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</a:t>
            </a:r>
          </a:p>
        </p:txBody>
      </p:sp>
      <p:sp>
        <p:nvSpPr>
          <p:cNvPr id="1324" name="Text 24"/>
          <p:cNvSpPr txBox="1"/>
          <p:nvPr/>
        </p:nvSpPr>
        <p:spPr>
          <a:xfrm>
            <a:off x="7955279" y="5998972"/>
            <a:ext cx="6400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Ch18</a:t>
            </a:r>
          </a:p>
        </p:txBody>
      </p:sp>
      <p:sp>
        <p:nvSpPr>
          <p:cNvPr id="1325" name="Shape 25"/>
          <p:cNvSpPr/>
          <p:nvPr/>
        </p:nvSpPr>
        <p:spPr>
          <a:xfrm>
            <a:off x="731519" y="6446520"/>
            <a:ext cx="7680961" cy="3566160"/>
          </a:xfrm>
          <a:prstGeom prst="roundRect">
            <a:avLst>
              <a:gd name="adj" fmla="val 2051"/>
            </a:avLst>
          </a:prstGeom>
          <a:solidFill>
            <a:srgbClr val="13221D"/>
          </a:solidFill>
          <a:ln w="12700">
            <a:solidFill>
              <a:srgbClr val="3FB5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6" name="Text 26"/>
          <p:cNvSpPr txBox="1"/>
          <p:nvPr/>
        </p:nvSpPr>
        <p:spPr>
          <a:xfrm>
            <a:off x="1097280" y="6733286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327" name="Text 27"/>
          <p:cNvSpPr txBox="1"/>
          <p:nvPr/>
        </p:nvSpPr>
        <p:spPr>
          <a:xfrm>
            <a:off x="1097279" y="7034395"/>
            <a:ext cx="6949442" cy="3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2300"/>
              </a:lnSpc>
              <a:defRPr sz="1900">
                <a:solidFill>
                  <a:srgbClr val="F5A8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Half right.</a:t>
            </a:r>
          </a:p>
        </p:txBody>
      </p:sp>
      <p:sp>
        <p:nvSpPr>
          <p:cNvPr id="1328" name="Text 28"/>
          <p:cNvSpPr txBox="1"/>
          <p:nvPr/>
        </p:nvSpPr>
        <p:spPr>
          <a:xfrm>
            <a:off x="1097279" y="7699196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Average grade level across all 18 chapters is 12.7: college-entry reading, not simple prose.</a:t>
            </a:r>
          </a:p>
        </p:txBody>
      </p:sp>
      <p:sp>
        <p:nvSpPr>
          <p:cNvPr id="1329" name="Text 29"/>
          <p:cNvSpPr txBox="1"/>
          <p:nvPr/>
        </p:nvSpPr>
        <p:spPr>
          <a:xfrm>
            <a:off x="1097279" y="8207756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It ranges from 10.4 up to 16.2 at Chapter 17, genuine college-level density.</a:t>
            </a:r>
          </a:p>
        </p:txBody>
      </p:sp>
      <p:sp>
        <p:nvSpPr>
          <p:cNvPr id="1330" name="Text 30"/>
          <p:cNvSpPr txBox="1"/>
          <p:nvPr/>
        </p:nvSpPr>
        <p:spPr>
          <a:xfrm>
            <a:off x="1097279" y="8791904"/>
            <a:ext cx="6949442" cy="31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→  </a:t>
            </a:r>
            <a:r>
              <a:rPr>
                <a:solidFill>
                  <a:srgbClr val="C3B69A"/>
                </a:solidFill>
              </a:rPr>
              <a:t>"Easy" undersells it. "For a mature mind" turns out to be the accurate part.</a:t>
            </a:r>
          </a:p>
        </p:txBody>
      </p:sp>
      <p:sp>
        <p:nvSpPr>
          <p:cNvPr id="1331" name="Text 31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5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Text 0"/>
          <p:cNvSpPr txBox="1"/>
          <p:nvPr/>
        </p:nvSpPr>
        <p:spPr>
          <a:xfrm>
            <a:off x="3913631" y="1078220"/>
            <a:ext cx="1280161" cy="1276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700">
                <a:solidFill>
                  <a:srgbClr val="3FB59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ॐ</a:t>
            </a:r>
          </a:p>
        </p:txBody>
      </p:sp>
      <p:sp>
        <p:nvSpPr>
          <p:cNvPr id="1334" name="Text 1"/>
          <p:cNvSpPr txBox="1"/>
          <p:nvPr/>
        </p:nvSpPr>
        <p:spPr>
          <a:xfrm>
            <a:off x="777240" y="296798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400" sz="1300">
                <a:solidFill>
                  <a:srgbClr val="3FB59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TAKEAWAY</a:t>
            </a:r>
          </a:p>
        </p:txBody>
      </p:sp>
      <p:sp>
        <p:nvSpPr>
          <p:cNvPr id="1335" name="Text 2"/>
          <p:cNvSpPr txBox="1"/>
          <p:nvPr/>
        </p:nvSpPr>
        <p:spPr>
          <a:xfrm>
            <a:off x="777240" y="3863349"/>
            <a:ext cx="7589520" cy="50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3300"/>
              </a:lnSpc>
              <a:defRPr sz="2700">
                <a:solidFill>
                  <a:srgbClr val="F0E8D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Popular belief gets the Gita half right, at best.</a:t>
            </a:r>
          </a:p>
        </p:txBody>
      </p:sp>
      <p:sp>
        <p:nvSpPr>
          <p:cNvPr id="1336" name="Text 3"/>
          <p:cNvSpPr txBox="1"/>
          <p:nvPr/>
        </p:nvSpPr>
        <p:spPr>
          <a:xfrm>
            <a:off x="960119" y="5238189"/>
            <a:ext cx="7223762" cy="1045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ts val="1900"/>
              </a:lnSpc>
              <a:defRPr sz="1300">
                <a:solidFill>
                  <a:srgbClr val="C3B6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Positive where it feels anything, but mostly silent. No war words in Krishna's own voice. Most comforting exactly where he's most terrifying. Despairing for one chapter, curious for seventeen. A quarter of its themes hold up under scrutiny. Genuinely hard to read, not simply hard to accept. Every claim, tested, not assumed.</a:t>
            </a:r>
          </a:p>
        </p:txBody>
      </p:sp>
      <p:sp>
        <p:nvSpPr>
          <p:cNvPr id="1337" name="Shape 4"/>
          <p:cNvSpPr/>
          <p:nvPr/>
        </p:nvSpPr>
        <p:spPr>
          <a:xfrm>
            <a:off x="731519" y="7178040"/>
            <a:ext cx="7680961" cy="1920241"/>
          </a:xfrm>
          <a:prstGeom prst="roundRect">
            <a:avLst>
              <a:gd name="adj" fmla="val 3810"/>
            </a:avLst>
          </a:prstGeom>
          <a:solidFill>
            <a:srgbClr val="1C1811"/>
          </a:solidFill>
          <a:ln w="12700">
            <a:solidFill>
              <a:srgbClr val="352D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8" name="Text 5"/>
          <p:cNvSpPr txBox="1"/>
          <p:nvPr/>
        </p:nvSpPr>
        <p:spPr>
          <a:xfrm>
            <a:off x="1097280" y="7496809"/>
            <a:ext cx="2651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50"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BUILT WITH</a:t>
            </a:r>
          </a:p>
        </p:txBody>
      </p:sp>
      <p:sp>
        <p:nvSpPr>
          <p:cNvPr id="1339" name="Text 6"/>
          <p:cNvSpPr txBox="1"/>
          <p:nvPr/>
        </p:nvSpPr>
        <p:spPr>
          <a:xfrm>
            <a:off x="1097279" y="8080987"/>
            <a:ext cx="6949442" cy="571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F0E8D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spaCy dependency parsing · GoEmotions (28-class RoBERTa) · LDA topic modeling · LaBSE cross-lingual embeddings · textstat · pandas · seaborn</a:t>
            </a:r>
          </a:p>
        </p:txBody>
      </p:sp>
      <p:sp>
        <p:nvSpPr>
          <p:cNvPr id="1340" name="Text 7"/>
          <p:cNvSpPr txBox="1"/>
          <p:nvPr/>
        </p:nvSpPr>
        <p:spPr>
          <a:xfrm>
            <a:off x="777240" y="9414509"/>
            <a:ext cx="758952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8A7A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700 verses · 18 chapters · 9 analytical methods · zero assumptions on faith</a:t>
            </a:r>
          </a:p>
        </p:txBody>
      </p:sp>
      <p:sp>
        <p:nvSpPr>
          <p:cNvPr id="1341" name="Text 14"/>
          <p:cNvSpPr txBox="1"/>
          <p:nvPr/>
        </p:nvSpPr>
        <p:spPr>
          <a:xfrm>
            <a:off x="7726679" y="10902950"/>
            <a:ext cx="100584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8A7A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15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